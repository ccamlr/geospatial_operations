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DB3C66-18FF-428B-B508-AE55A78BE14C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AU"/>
        </a:p>
      </dgm:t>
    </dgm:pt>
    <dgm:pt modelId="{51336E6A-EF93-4E6E-A4D2-6A5D9B6F7E12}">
      <dgm:prSet phldrT="[Text]" phldr="0"/>
      <dgm:spPr/>
      <dgm:t>
        <a:bodyPr/>
        <a:lstStyle/>
        <a:p>
          <a:r>
            <a:rPr lang="en-AU" dirty="0"/>
            <a:t>Main folder</a:t>
          </a:r>
        </a:p>
      </dgm:t>
    </dgm:pt>
    <dgm:pt modelId="{86B9492E-7D97-4418-A330-42E60E31FDAA}" type="parTrans" cxnId="{E3F84AAA-5EFD-4459-B876-6826E19943AB}">
      <dgm:prSet/>
      <dgm:spPr/>
      <dgm:t>
        <a:bodyPr/>
        <a:lstStyle/>
        <a:p>
          <a:endParaRPr lang="en-AU"/>
        </a:p>
      </dgm:t>
    </dgm:pt>
    <dgm:pt modelId="{023324A3-8648-4D26-94DA-8286AE0C91FC}" type="sibTrans" cxnId="{E3F84AAA-5EFD-4459-B876-6826E19943AB}">
      <dgm:prSet/>
      <dgm:spPr/>
      <dgm:t>
        <a:bodyPr/>
        <a:lstStyle/>
        <a:p>
          <a:endParaRPr lang="en-AU"/>
        </a:p>
      </dgm:t>
    </dgm:pt>
    <dgm:pt modelId="{F4610E2B-BFA6-4CC4-812D-F19D11C8ED0D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Current</a:t>
          </a:r>
        </a:p>
      </dgm:t>
    </dgm:pt>
    <dgm:pt modelId="{C47E3531-951A-4EF2-9413-79C2918005A9}" type="parTrans" cxnId="{7329FBBD-E61C-4B04-B095-C49F2F980328}">
      <dgm:prSet/>
      <dgm:spPr/>
      <dgm:t>
        <a:bodyPr/>
        <a:lstStyle/>
        <a:p>
          <a:endParaRPr lang="en-AU"/>
        </a:p>
      </dgm:t>
    </dgm:pt>
    <dgm:pt modelId="{3C1F6362-C6DF-4B1D-8B81-CA10FEDFB837}" type="sibTrans" cxnId="{7329FBBD-E61C-4B04-B095-C49F2F980328}">
      <dgm:prSet/>
      <dgm:spPr/>
      <dgm:t>
        <a:bodyPr/>
        <a:lstStyle/>
        <a:p>
          <a:endParaRPr lang="en-AU"/>
        </a:p>
      </dgm:t>
    </dgm:pt>
    <dgm:pt modelId="{8A3D6CDF-7690-4826-A364-352808347876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Combined file</a:t>
          </a:r>
        </a:p>
      </dgm:t>
    </dgm:pt>
    <dgm:pt modelId="{6CB20F4E-D5EA-44ED-B3CC-77594BA94AAC}" type="parTrans" cxnId="{7631C60C-C9FB-4128-AA6B-14C7BC85BD16}">
      <dgm:prSet/>
      <dgm:spPr/>
      <dgm:t>
        <a:bodyPr/>
        <a:lstStyle/>
        <a:p>
          <a:endParaRPr lang="en-AU"/>
        </a:p>
      </dgm:t>
    </dgm:pt>
    <dgm:pt modelId="{88800DF1-4C83-452D-8490-B828E8E14482}" type="sibTrans" cxnId="{7631C60C-C9FB-4128-AA6B-14C7BC85BD16}">
      <dgm:prSet/>
      <dgm:spPr/>
      <dgm:t>
        <a:bodyPr/>
        <a:lstStyle/>
        <a:p>
          <a:endParaRPr lang="en-AU"/>
        </a:p>
      </dgm:t>
    </dgm:pt>
    <dgm:pt modelId="{25E02449-B8A1-4A80-8A50-ED23633B28CD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Per-class files (ASDs, RBs etc…)</a:t>
          </a:r>
        </a:p>
      </dgm:t>
    </dgm:pt>
    <dgm:pt modelId="{C4CF4CC3-7620-4090-A172-DBEB8FBF58AC}" type="parTrans" cxnId="{F641B17C-4096-4755-AC51-4C9BC52D15A4}">
      <dgm:prSet/>
      <dgm:spPr/>
      <dgm:t>
        <a:bodyPr/>
        <a:lstStyle/>
        <a:p>
          <a:endParaRPr lang="en-AU"/>
        </a:p>
      </dgm:t>
    </dgm:pt>
    <dgm:pt modelId="{73D3E980-FD11-44DD-ABE1-FD0EBF301354}" type="sibTrans" cxnId="{F641B17C-4096-4755-AC51-4C9BC52D15A4}">
      <dgm:prSet/>
      <dgm:spPr/>
      <dgm:t>
        <a:bodyPr/>
        <a:lstStyle/>
        <a:p>
          <a:endParaRPr lang="en-AU"/>
        </a:p>
      </dgm:t>
    </dgm:pt>
    <dgm:pt modelId="{7B25FBB7-7E27-4288-8CF6-BD265C9E3484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Past</a:t>
          </a:r>
        </a:p>
      </dgm:t>
    </dgm:pt>
    <dgm:pt modelId="{B43A7A1A-7B99-46F2-AB13-1BDC62AD4D46}" type="parTrans" cxnId="{DB4099B9-0C7E-43B2-84E4-FE28C4B5EB9F}">
      <dgm:prSet/>
      <dgm:spPr/>
      <dgm:t>
        <a:bodyPr/>
        <a:lstStyle/>
        <a:p>
          <a:endParaRPr lang="en-AU"/>
        </a:p>
      </dgm:t>
    </dgm:pt>
    <dgm:pt modelId="{72C2245D-6668-44CA-A3E4-C5DE18390A27}" type="sibTrans" cxnId="{DB4099B9-0C7E-43B2-84E4-FE28C4B5EB9F}">
      <dgm:prSet/>
      <dgm:spPr/>
      <dgm:t>
        <a:bodyPr/>
        <a:lstStyle/>
        <a:p>
          <a:endParaRPr lang="en-AU"/>
        </a:p>
      </dgm:t>
    </dgm:pt>
    <dgm:pt modelId="{BD588503-6F16-407B-A892-6787F9F82D0E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V289 (=current)</a:t>
          </a:r>
        </a:p>
      </dgm:t>
    </dgm:pt>
    <dgm:pt modelId="{7D1D34F2-5838-4F8D-BF44-96CBA00CE37C}" type="parTrans" cxnId="{593A4AD2-63CC-4FE5-BA67-0D6711E8B1C8}">
      <dgm:prSet/>
      <dgm:spPr/>
      <dgm:t>
        <a:bodyPr/>
        <a:lstStyle/>
        <a:p>
          <a:endParaRPr lang="en-AU"/>
        </a:p>
      </dgm:t>
    </dgm:pt>
    <dgm:pt modelId="{7F229382-56E7-40E6-A3F4-5A63F761551A}" type="sibTrans" cxnId="{593A4AD2-63CC-4FE5-BA67-0D6711E8B1C8}">
      <dgm:prSet/>
      <dgm:spPr/>
      <dgm:t>
        <a:bodyPr/>
        <a:lstStyle/>
        <a:p>
          <a:endParaRPr lang="en-AU"/>
        </a:p>
      </dgm:t>
    </dgm:pt>
    <dgm:pt modelId="{5DC0FF82-4E33-4DFC-8BB9-2F7634C44046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V288</a:t>
          </a:r>
        </a:p>
      </dgm:t>
    </dgm:pt>
    <dgm:pt modelId="{171B36F2-2E3D-4A1B-9C45-A6C1C8EBB259}" type="parTrans" cxnId="{2AEB97B8-889C-4670-B74E-74DFFF7FF43C}">
      <dgm:prSet/>
      <dgm:spPr/>
      <dgm:t>
        <a:bodyPr/>
        <a:lstStyle/>
        <a:p>
          <a:endParaRPr lang="en-AU"/>
        </a:p>
      </dgm:t>
    </dgm:pt>
    <dgm:pt modelId="{9F7EBFAD-2AD0-4D4D-85D0-0876E790EE5F}" type="sibTrans" cxnId="{2AEB97B8-889C-4670-B74E-74DFFF7FF43C}">
      <dgm:prSet/>
      <dgm:spPr/>
      <dgm:t>
        <a:bodyPr/>
        <a:lstStyle/>
        <a:p>
          <a:endParaRPr lang="en-AU"/>
        </a:p>
      </dgm:t>
    </dgm:pt>
    <dgm:pt modelId="{E33AEDC0-A40D-4C28-B597-68471466DE42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V287</a:t>
          </a:r>
        </a:p>
      </dgm:t>
    </dgm:pt>
    <dgm:pt modelId="{5F951291-9553-4338-BF52-8707852673AC}" type="parTrans" cxnId="{5DFF8A3C-DB8A-4777-A0D3-DA13787B68A9}">
      <dgm:prSet/>
      <dgm:spPr/>
      <dgm:t>
        <a:bodyPr/>
        <a:lstStyle/>
        <a:p>
          <a:endParaRPr lang="en-AU"/>
        </a:p>
      </dgm:t>
    </dgm:pt>
    <dgm:pt modelId="{26C5EFF2-E454-4876-A67D-B3B97A8924DB}" type="sibTrans" cxnId="{5DFF8A3C-DB8A-4777-A0D3-DA13787B68A9}">
      <dgm:prSet/>
      <dgm:spPr/>
      <dgm:t>
        <a:bodyPr/>
        <a:lstStyle/>
        <a:p>
          <a:endParaRPr lang="en-AU"/>
        </a:p>
      </dgm:t>
    </dgm:pt>
    <dgm:pt modelId="{038049A9-22CA-4894-9CA0-B736CB333118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etc…</a:t>
          </a:r>
        </a:p>
      </dgm:t>
    </dgm:pt>
    <dgm:pt modelId="{4B5FF8C4-9FB9-4051-918C-A08326F74967}" type="parTrans" cxnId="{52B6AC34-55A7-4A4A-AD7D-3EFF86D18A6A}">
      <dgm:prSet/>
      <dgm:spPr/>
      <dgm:t>
        <a:bodyPr/>
        <a:lstStyle/>
        <a:p>
          <a:endParaRPr lang="en-AU"/>
        </a:p>
      </dgm:t>
    </dgm:pt>
    <dgm:pt modelId="{8D41AB82-1AC8-4722-983D-0E60B3E584A8}" type="sibTrans" cxnId="{52B6AC34-55A7-4A4A-AD7D-3EFF86D18A6A}">
      <dgm:prSet/>
      <dgm:spPr/>
      <dgm:t>
        <a:bodyPr/>
        <a:lstStyle/>
        <a:p>
          <a:endParaRPr lang="en-AU"/>
        </a:p>
      </dgm:t>
    </dgm:pt>
    <dgm:pt modelId="{147070EC-66A8-4F9E-A0D0-45196888B20F}" type="pres">
      <dgm:prSet presAssocID="{DCDB3C66-18FF-428B-B508-AE55A78BE14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16DB25B-9FC8-4261-8060-6CBAAB0C2483}" type="pres">
      <dgm:prSet presAssocID="{51336E6A-EF93-4E6E-A4D2-6A5D9B6F7E12}" presName="root1" presStyleCnt="0"/>
      <dgm:spPr/>
    </dgm:pt>
    <dgm:pt modelId="{B654B630-097B-43F5-87E7-65C63F8692A2}" type="pres">
      <dgm:prSet presAssocID="{51336E6A-EF93-4E6E-A4D2-6A5D9B6F7E12}" presName="LevelOneTextNode" presStyleLbl="node0" presStyleIdx="0" presStyleCnt="1">
        <dgm:presLayoutVars>
          <dgm:chPref val="3"/>
        </dgm:presLayoutVars>
      </dgm:prSet>
      <dgm:spPr/>
    </dgm:pt>
    <dgm:pt modelId="{E7F1439E-C322-4D56-8DA3-83BFE19F04BE}" type="pres">
      <dgm:prSet presAssocID="{51336E6A-EF93-4E6E-A4D2-6A5D9B6F7E12}" presName="level2hierChild" presStyleCnt="0"/>
      <dgm:spPr/>
    </dgm:pt>
    <dgm:pt modelId="{FAA38E14-1CF6-4791-B861-4FC75C9E2662}" type="pres">
      <dgm:prSet presAssocID="{C47E3531-951A-4EF2-9413-79C2918005A9}" presName="conn2-1" presStyleLbl="parChTrans1D2" presStyleIdx="0" presStyleCnt="2"/>
      <dgm:spPr/>
    </dgm:pt>
    <dgm:pt modelId="{AEC5B983-DD55-4274-A698-6337682F98B2}" type="pres">
      <dgm:prSet presAssocID="{C47E3531-951A-4EF2-9413-79C2918005A9}" presName="connTx" presStyleLbl="parChTrans1D2" presStyleIdx="0" presStyleCnt="2"/>
      <dgm:spPr/>
    </dgm:pt>
    <dgm:pt modelId="{419805A4-1BEE-4153-8C7B-62C0F7FEBB7A}" type="pres">
      <dgm:prSet presAssocID="{F4610E2B-BFA6-4CC4-812D-F19D11C8ED0D}" presName="root2" presStyleCnt="0"/>
      <dgm:spPr/>
    </dgm:pt>
    <dgm:pt modelId="{E1112BA9-6574-4D81-8E3D-80288C722495}" type="pres">
      <dgm:prSet presAssocID="{F4610E2B-BFA6-4CC4-812D-F19D11C8ED0D}" presName="LevelTwoTextNode" presStyleLbl="node2" presStyleIdx="0" presStyleCnt="2">
        <dgm:presLayoutVars>
          <dgm:chPref val="3"/>
        </dgm:presLayoutVars>
      </dgm:prSet>
      <dgm:spPr/>
    </dgm:pt>
    <dgm:pt modelId="{8162C3CB-A26D-43D8-824D-D4AE8A8CE410}" type="pres">
      <dgm:prSet presAssocID="{F4610E2B-BFA6-4CC4-812D-F19D11C8ED0D}" presName="level3hierChild" presStyleCnt="0"/>
      <dgm:spPr/>
    </dgm:pt>
    <dgm:pt modelId="{216E71B6-DC10-4127-99B3-85776D95202F}" type="pres">
      <dgm:prSet presAssocID="{6CB20F4E-D5EA-44ED-B3CC-77594BA94AAC}" presName="conn2-1" presStyleLbl="parChTrans1D3" presStyleIdx="0" presStyleCnt="6"/>
      <dgm:spPr/>
    </dgm:pt>
    <dgm:pt modelId="{0C5651E5-69D1-4FB5-8AE3-163D788A123B}" type="pres">
      <dgm:prSet presAssocID="{6CB20F4E-D5EA-44ED-B3CC-77594BA94AAC}" presName="connTx" presStyleLbl="parChTrans1D3" presStyleIdx="0" presStyleCnt="6"/>
      <dgm:spPr/>
    </dgm:pt>
    <dgm:pt modelId="{6E85D88B-B0A1-4C5A-A583-70E736D0B315}" type="pres">
      <dgm:prSet presAssocID="{8A3D6CDF-7690-4826-A364-352808347876}" presName="root2" presStyleCnt="0"/>
      <dgm:spPr/>
    </dgm:pt>
    <dgm:pt modelId="{27D958FE-776E-44A4-B71C-C0A5EFE17A58}" type="pres">
      <dgm:prSet presAssocID="{8A3D6CDF-7690-4826-A364-352808347876}" presName="LevelTwoTextNode" presStyleLbl="node3" presStyleIdx="0" presStyleCnt="6">
        <dgm:presLayoutVars>
          <dgm:chPref val="3"/>
        </dgm:presLayoutVars>
      </dgm:prSet>
      <dgm:spPr/>
    </dgm:pt>
    <dgm:pt modelId="{B6AB17C9-43EA-4643-8C81-E304769A3BA6}" type="pres">
      <dgm:prSet presAssocID="{8A3D6CDF-7690-4826-A364-352808347876}" presName="level3hierChild" presStyleCnt="0"/>
      <dgm:spPr/>
    </dgm:pt>
    <dgm:pt modelId="{6A335683-CC60-4422-A54A-48F35A405C29}" type="pres">
      <dgm:prSet presAssocID="{C4CF4CC3-7620-4090-A172-DBEB8FBF58AC}" presName="conn2-1" presStyleLbl="parChTrans1D3" presStyleIdx="1" presStyleCnt="6"/>
      <dgm:spPr/>
    </dgm:pt>
    <dgm:pt modelId="{D2A13FFA-D896-4D2B-AA0A-A1DE174F4540}" type="pres">
      <dgm:prSet presAssocID="{C4CF4CC3-7620-4090-A172-DBEB8FBF58AC}" presName="connTx" presStyleLbl="parChTrans1D3" presStyleIdx="1" presStyleCnt="6"/>
      <dgm:spPr/>
    </dgm:pt>
    <dgm:pt modelId="{BB251039-14E9-4572-BDC9-AC868438A7D3}" type="pres">
      <dgm:prSet presAssocID="{25E02449-B8A1-4A80-8A50-ED23633B28CD}" presName="root2" presStyleCnt="0"/>
      <dgm:spPr/>
    </dgm:pt>
    <dgm:pt modelId="{11CBA742-AD2E-495A-BBD3-C15587DE31E5}" type="pres">
      <dgm:prSet presAssocID="{25E02449-B8A1-4A80-8A50-ED23633B28CD}" presName="LevelTwoTextNode" presStyleLbl="node3" presStyleIdx="1" presStyleCnt="6">
        <dgm:presLayoutVars>
          <dgm:chPref val="3"/>
        </dgm:presLayoutVars>
      </dgm:prSet>
      <dgm:spPr/>
    </dgm:pt>
    <dgm:pt modelId="{C32C57C3-305A-4E3B-851A-18B5F328F182}" type="pres">
      <dgm:prSet presAssocID="{25E02449-B8A1-4A80-8A50-ED23633B28CD}" presName="level3hierChild" presStyleCnt="0"/>
      <dgm:spPr/>
    </dgm:pt>
    <dgm:pt modelId="{547F0A6A-524B-4B6B-9F24-595E6FA151C5}" type="pres">
      <dgm:prSet presAssocID="{B43A7A1A-7B99-46F2-AB13-1BDC62AD4D46}" presName="conn2-1" presStyleLbl="parChTrans1D2" presStyleIdx="1" presStyleCnt="2"/>
      <dgm:spPr/>
    </dgm:pt>
    <dgm:pt modelId="{2112D170-779E-4089-A2F3-50D1F9092D43}" type="pres">
      <dgm:prSet presAssocID="{B43A7A1A-7B99-46F2-AB13-1BDC62AD4D46}" presName="connTx" presStyleLbl="parChTrans1D2" presStyleIdx="1" presStyleCnt="2"/>
      <dgm:spPr/>
    </dgm:pt>
    <dgm:pt modelId="{01E7D60A-C06A-4E34-AD45-76EC89C51C60}" type="pres">
      <dgm:prSet presAssocID="{7B25FBB7-7E27-4288-8CF6-BD265C9E3484}" presName="root2" presStyleCnt="0"/>
      <dgm:spPr/>
    </dgm:pt>
    <dgm:pt modelId="{BDEFE8A0-3007-43DF-A676-C0E36B849E3B}" type="pres">
      <dgm:prSet presAssocID="{7B25FBB7-7E27-4288-8CF6-BD265C9E3484}" presName="LevelTwoTextNode" presStyleLbl="node2" presStyleIdx="1" presStyleCnt="2">
        <dgm:presLayoutVars>
          <dgm:chPref val="3"/>
        </dgm:presLayoutVars>
      </dgm:prSet>
      <dgm:spPr/>
    </dgm:pt>
    <dgm:pt modelId="{E6AEA238-F4AD-4E4A-9DF6-81FBE04EB904}" type="pres">
      <dgm:prSet presAssocID="{7B25FBB7-7E27-4288-8CF6-BD265C9E3484}" presName="level3hierChild" presStyleCnt="0"/>
      <dgm:spPr/>
    </dgm:pt>
    <dgm:pt modelId="{F04C7F2C-EE4B-429D-B4E9-37DE1D691885}" type="pres">
      <dgm:prSet presAssocID="{7D1D34F2-5838-4F8D-BF44-96CBA00CE37C}" presName="conn2-1" presStyleLbl="parChTrans1D3" presStyleIdx="2" presStyleCnt="6"/>
      <dgm:spPr/>
    </dgm:pt>
    <dgm:pt modelId="{81FE26A5-B9FB-4C63-A477-07D7EA9C0B90}" type="pres">
      <dgm:prSet presAssocID="{7D1D34F2-5838-4F8D-BF44-96CBA00CE37C}" presName="connTx" presStyleLbl="parChTrans1D3" presStyleIdx="2" presStyleCnt="6"/>
      <dgm:spPr/>
    </dgm:pt>
    <dgm:pt modelId="{ADE88453-D3E9-4C3D-AB23-588E932F42EB}" type="pres">
      <dgm:prSet presAssocID="{BD588503-6F16-407B-A892-6787F9F82D0E}" presName="root2" presStyleCnt="0"/>
      <dgm:spPr/>
    </dgm:pt>
    <dgm:pt modelId="{ED3FC658-2F9A-4066-8D40-EA896325981C}" type="pres">
      <dgm:prSet presAssocID="{BD588503-6F16-407B-A892-6787F9F82D0E}" presName="LevelTwoTextNode" presStyleLbl="node3" presStyleIdx="2" presStyleCnt="6">
        <dgm:presLayoutVars>
          <dgm:chPref val="3"/>
        </dgm:presLayoutVars>
      </dgm:prSet>
      <dgm:spPr/>
    </dgm:pt>
    <dgm:pt modelId="{0324ABC7-D41C-4E6D-9E21-BC5F77ADBF10}" type="pres">
      <dgm:prSet presAssocID="{BD588503-6F16-407B-A892-6787F9F82D0E}" presName="level3hierChild" presStyleCnt="0"/>
      <dgm:spPr/>
    </dgm:pt>
    <dgm:pt modelId="{4634BEDD-1EE2-44BB-86CE-FF25DCB6AF8E}" type="pres">
      <dgm:prSet presAssocID="{171B36F2-2E3D-4A1B-9C45-A6C1C8EBB259}" presName="conn2-1" presStyleLbl="parChTrans1D3" presStyleIdx="3" presStyleCnt="6"/>
      <dgm:spPr/>
    </dgm:pt>
    <dgm:pt modelId="{B782B206-B868-4BC3-BE59-67505C45D1D9}" type="pres">
      <dgm:prSet presAssocID="{171B36F2-2E3D-4A1B-9C45-A6C1C8EBB259}" presName="connTx" presStyleLbl="parChTrans1D3" presStyleIdx="3" presStyleCnt="6"/>
      <dgm:spPr/>
    </dgm:pt>
    <dgm:pt modelId="{ABB175E6-1028-44BB-94D8-C12F75790FF4}" type="pres">
      <dgm:prSet presAssocID="{5DC0FF82-4E33-4DFC-8BB9-2F7634C44046}" presName="root2" presStyleCnt="0"/>
      <dgm:spPr/>
    </dgm:pt>
    <dgm:pt modelId="{321FF7BF-E09C-4A2A-9FCD-E83BC7A91121}" type="pres">
      <dgm:prSet presAssocID="{5DC0FF82-4E33-4DFC-8BB9-2F7634C44046}" presName="LevelTwoTextNode" presStyleLbl="node3" presStyleIdx="3" presStyleCnt="6">
        <dgm:presLayoutVars>
          <dgm:chPref val="3"/>
        </dgm:presLayoutVars>
      </dgm:prSet>
      <dgm:spPr/>
    </dgm:pt>
    <dgm:pt modelId="{C29478C6-CCA4-40E0-85CE-6133AF297073}" type="pres">
      <dgm:prSet presAssocID="{5DC0FF82-4E33-4DFC-8BB9-2F7634C44046}" presName="level3hierChild" presStyleCnt="0"/>
      <dgm:spPr/>
    </dgm:pt>
    <dgm:pt modelId="{52F7E44E-D9C6-46DD-AC71-F0797AD100BF}" type="pres">
      <dgm:prSet presAssocID="{5F951291-9553-4338-BF52-8707852673AC}" presName="conn2-1" presStyleLbl="parChTrans1D3" presStyleIdx="4" presStyleCnt="6"/>
      <dgm:spPr/>
    </dgm:pt>
    <dgm:pt modelId="{2C832C25-446F-4246-8CEF-EA8E474D2144}" type="pres">
      <dgm:prSet presAssocID="{5F951291-9553-4338-BF52-8707852673AC}" presName="connTx" presStyleLbl="parChTrans1D3" presStyleIdx="4" presStyleCnt="6"/>
      <dgm:spPr/>
    </dgm:pt>
    <dgm:pt modelId="{C1BDF398-4282-4D9D-9086-2457489FF404}" type="pres">
      <dgm:prSet presAssocID="{E33AEDC0-A40D-4C28-B597-68471466DE42}" presName="root2" presStyleCnt="0"/>
      <dgm:spPr/>
    </dgm:pt>
    <dgm:pt modelId="{31DEACAC-95DB-4108-865F-0C9E45FB849A}" type="pres">
      <dgm:prSet presAssocID="{E33AEDC0-A40D-4C28-B597-68471466DE42}" presName="LevelTwoTextNode" presStyleLbl="node3" presStyleIdx="4" presStyleCnt="6">
        <dgm:presLayoutVars>
          <dgm:chPref val="3"/>
        </dgm:presLayoutVars>
      </dgm:prSet>
      <dgm:spPr/>
    </dgm:pt>
    <dgm:pt modelId="{6B8A784C-EB24-40FE-AF13-0EA5844E1968}" type="pres">
      <dgm:prSet presAssocID="{E33AEDC0-A40D-4C28-B597-68471466DE42}" presName="level3hierChild" presStyleCnt="0"/>
      <dgm:spPr/>
    </dgm:pt>
    <dgm:pt modelId="{E5E9199F-9052-4862-B5C7-895015950DCD}" type="pres">
      <dgm:prSet presAssocID="{4B5FF8C4-9FB9-4051-918C-A08326F74967}" presName="conn2-1" presStyleLbl="parChTrans1D3" presStyleIdx="5" presStyleCnt="6"/>
      <dgm:spPr/>
    </dgm:pt>
    <dgm:pt modelId="{CE6F410E-6EAD-41C5-BEFE-0B974C9135C4}" type="pres">
      <dgm:prSet presAssocID="{4B5FF8C4-9FB9-4051-918C-A08326F74967}" presName="connTx" presStyleLbl="parChTrans1D3" presStyleIdx="5" presStyleCnt="6"/>
      <dgm:spPr/>
    </dgm:pt>
    <dgm:pt modelId="{8E5E7767-44A5-4D9B-815D-551BDDA9E533}" type="pres">
      <dgm:prSet presAssocID="{038049A9-22CA-4894-9CA0-B736CB333118}" presName="root2" presStyleCnt="0"/>
      <dgm:spPr/>
    </dgm:pt>
    <dgm:pt modelId="{E4E6C635-B955-435B-AA66-7E82D9E56979}" type="pres">
      <dgm:prSet presAssocID="{038049A9-22CA-4894-9CA0-B736CB333118}" presName="LevelTwoTextNode" presStyleLbl="node3" presStyleIdx="5" presStyleCnt="6">
        <dgm:presLayoutVars>
          <dgm:chPref val="3"/>
        </dgm:presLayoutVars>
      </dgm:prSet>
      <dgm:spPr/>
    </dgm:pt>
    <dgm:pt modelId="{9729F019-E1AB-442E-8C94-AF6DE368F54C}" type="pres">
      <dgm:prSet presAssocID="{038049A9-22CA-4894-9CA0-B736CB333118}" presName="level3hierChild" presStyleCnt="0"/>
      <dgm:spPr/>
    </dgm:pt>
  </dgm:ptLst>
  <dgm:cxnLst>
    <dgm:cxn modelId="{D69B9C04-9C3E-49F5-A72A-35FCED8C0516}" type="presOf" srcId="{F4610E2B-BFA6-4CC4-812D-F19D11C8ED0D}" destId="{E1112BA9-6574-4D81-8E3D-80288C722495}" srcOrd="0" destOrd="0" presId="urn:microsoft.com/office/officeart/2005/8/layout/hierarchy2"/>
    <dgm:cxn modelId="{307B6C0C-F393-469D-9E3A-BBC9EF4FE682}" type="presOf" srcId="{C4CF4CC3-7620-4090-A172-DBEB8FBF58AC}" destId="{6A335683-CC60-4422-A54A-48F35A405C29}" srcOrd="0" destOrd="0" presId="urn:microsoft.com/office/officeart/2005/8/layout/hierarchy2"/>
    <dgm:cxn modelId="{7631C60C-C9FB-4128-AA6B-14C7BC85BD16}" srcId="{F4610E2B-BFA6-4CC4-812D-F19D11C8ED0D}" destId="{8A3D6CDF-7690-4826-A364-352808347876}" srcOrd="0" destOrd="0" parTransId="{6CB20F4E-D5EA-44ED-B3CC-77594BA94AAC}" sibTransId="{88800DF1-4C83-452D-8490-B828E8E14482}"/>
    <dgm:cxn modelId="{63202E0E-64B7-435F-9A8B-4A864757A6BE}" type="presOf" srcId="{25E02449-B8A1-4A80-8A50-ED23633B28CD}" destId="{11CBA742-AD2E-495A-BBD3-C15587DE31E5}" srcOrd="0" destOrd="0" presId="urn:microsoft.com/office/officeart/2005/8/layout/hierarchy2"/>
    <dgm:cxn modelId="{57F7E916-F102-4EED-99B6-2DEBE9CAFF3D}" type="presOf" srcId="{6CB20F4E-D5EA-44ED-B3CC-77594BA94AAC}" destId="{0C5651E5-69D1-4FB5-8AE3-163D788A123B}" srcOrd="1" destOrd="0" presId="urn:microsoft.com/office/officeart/2005/8/layout/hierarchy2"/>
    <dgm:cxn modelId="{C63F5133-B82D-469D-8388-DD96C6E8E98F}" type="presOf" srcId="{038049A9-22CA-4894-9CA0-B736CB333118}" destId="{E4E6C635-B955-435B-AA66-7E82D9E56979}" srcOrd="0" destOrd="0" presId="urn:microsoft.com/office/officeart/2005/8/layout/hierarchy2"/>
    <dgm:cxn modelId="{52B6AC34-55A7-4A4A-AD7D-3EFF86D18A6A}" srcId="{7B25FBB7-7E27-4288-8CF6-BD265C9E3484}" destId="{038049A9-22CA-4894-9CA0-B736CB333118}" srcOrd="3" destOrd="0" parTransId="{4B5FF8C4-9FB9-4051-918C-A08326F74967}" sibTransId="{8D41AB82-1AC8-4722-983D-0E60B3E584A8}"/>
    <dgm:cxn modelId="{CD99BE3B-2EC3-4CCF-B34F-98DB8732BD55}" type="presOf" srcId="{7B25FBB7-7E27-4288-8CF6-BD265C9E3484}" destId="{BDEFE8A0-3007-43DF-A676-C0E36B849E3B}" srcOrd="0" destOrd="0" presId="urn:microsoft.com/office/officeart/2005/8/layout/hierarchy2"/>
    <dgm:cxn modelId="{5DFF8A3C-DB8A-4777-A0D3-DA13787B68A9}" srcId="{7B25FBB7-7E27-4288-8CF6-BD265C9E3484}" destId="{E33AEDC0-A40D-4C28-B597-68471466DE42}" srcOrd="2" destOrd="0" parTransId="{5F951291-9553-4338-BF52-8707852673AC}" sibTransId="{26C5EFF2-E454-4876-A67D-B3B97A8924DB}"/>
    <dgm:cxn modelId="{D87A2245-88E8-4AEB-933F-269F1E0941F3}" type="presOf" srcId="{171B36F2-2E3D-4A1B-9C45-A6C1C8EBB259}" destId="{4634BEDD-1EE2-44BB-86CE-FF25DCB6AF8E}" srcOrd="0" destOrd="0" presId="urn:microsoft.com/office/officeart/2005/8/layout/hierarchy2"/>
    <dgm:cxn modelId="{202EF245-53E3-49A0-9E9A-3E6ED2A07B03}" type="presOf" srcId="{E33AEDC0-A40D-4C28-B597-68471466DE42}" destId="{31DEACAC-95DB-4108-865F-0C9E45FB849A}" srcOrd="0" destOrd="0" presId="urn:microsoft.com/office/officeart/2005/8/layout/hierarchy2"/>
    <dgm:cxn modelId="{97FE4A69-6BF3-4E3A-8775-577A54AA14B2}" type="presOf" srcId="{4B5FF8C4-9FB9-4051-918C-A08326F74967}" destId="{CE6F410E-6EAD-41C5-BEFE-0B974C9135C4}" srcOrd="1" destOrd="0" presId="urn:microsoft.com/office/officeart/2005/8/layout/hierarchy2"/>
    <dgm:cxn modelId="{8FBC696B-9B12-463F-83BF-43EFF71E55C9}" type="presOf" srcId="{7D1D34F2-5838-4F8D-BF44-96CBA00CE37C}" destId="{81FE26A5-B9FB-4C63-A477-07D7EA9C0B90}" srcOrd="1" destOrd="0" presId="urn:microsoft.com/office/officeart/2005/8/layout/hierarchy2"/>
    <dgm:cxn modelId="{FD47996E-6E06-40EE-8A0B-AC516C730079}" type="presOf" srcId="{8A3D6CDF-7690-4826-A364-352808347876}" destId="{27D958FE-776E-44A4-B71C-C0A5EFE17A58}" srcOrd="0" destOrd="0" presId="urn:microsoft.com/office/officeart/2005/8/layout/hierarchy2"/>
    <dgm:cxn modelId="{7ADEE952-0097-440D-A637-DB8798EC1C1D}" type="presOf" srcId="{6CB20F4E-D5EA-44ED-B3CC-77594BA94AAC}" destId="{216E71B6-DC10-4127-99B3-85776D95202F}" srcOrd="0" destOrd="0" presId="urn:microsoft.com/office/officeart/2005/8/layout/hierarchy2"/>
    <dgm:cxn modelId="{3BDA3B78-B08D-4799-AF61-6A97BAB614A7}" type="presOf" srcId="{7D1D34F2-5838-4F8D-BF44-96CBA00CE37C}" destId="{F04C7F2C-EE4B-429D-B4E9-37DE1D691885}" srcOrd="0" destOrd="0" presId="urn:microsoft.com/office/officeart/2005/8/layout/hierarchy2"/>
    <dgm:cxn modelId="{F641B17C-4096-4755-AC51-4C9BC52D15A4}" srcId="{F4610E2B-BFA6-4CC4-812D-F19D11C8ED0D}" destId="{25E02449-B8A1-4A80-8A50-ED23633B28CD}" srcOrd="1" destOrd="0" parTransId="{C4CF4CC3-7620-4090-A172-DBEB8FBF58AC}" sibTransId="{73D3E980-FD11-44DD-ABE1-FD0EBF301354}"/>
    <dgm:cxn modelId="{9CAF5E7F-0F7D-461D-930E-46186AFECDDF}" type="presOf" srcId="{171B36F2-2E3D-4A1B-9C45-A6C1C8EBB259}" destId="{B782B206-B868-4BC3-BE59-67505C45D1D9}" srcOrd="1" destOrd="0" presId="urn:microsoft.com/office/officeart/2005/8/layout/hierarchy2"/>
    <dgm:cxn modelId="{8AEFEB83-E3B4-4D09-8C69-745D58AEE972}" type="presOf" srcId="{C4CF4CC3-7620-4090-A172-DBEB8FBF58AC}" destId="{D2A13FFA-D896-4D2B-AA0A-A1DE174F4540}" srcOrd="1" destOrd="0" presId="urn:microsoft.com/office/officeart/2005/8/layout/hierarchy2"/>
    <dgm:cxn modelId="{708F7695-4FDF-4942-B672-798495CF0C85}" type="presOf" srcId="{5F951291-9553-4338-BF52-8707852673AC}" destId="{52F7E44E-D9C6-46DD-AC71-F0797AD100BF}" srcOrd="0" destOrd="0" presId="urn:microsoft.com/office/officeart/2005/8/layout/hierarchy2"/>
    <dgm:cxn modelId="{09B046A1-C656-40E6-BDA5-2997CBC4E974}" type="presOf" srcId="{5F951291-9553-4338-BF52-8707852673AC}" destId="{2C832C25-446F-4246-8CEF-EA8E474D2144}" srcOrd="1" destOrd="0" presId="urn:microsoft.com/office/officeart/2005/8/layout/hierarchy2"/>
    <dgm:cxn modelId="{574D5DA7-7480-45E7-B22E-4CC13FF5B635}" type="presOf" srcId="{5DC0FF82-4E33-4DFC-8BB9-2F7634C44046}" destId="{321FF7BF-E09C-4A2A-9FCD-E83BC7A91121}" srcOrd="0" destOrd="0" presId="urn:microsoft.com/office/officeart/2005/8/layout/hierarchy2"/>
    <dgm:cxn modelId="{E3F84AAA-5EFD-4459-B876-6826E19943AB}" srcId="{DCDB3C66-18FF-428B-B508-AE55A78BE14C}" destId="{51336E6A-EF93-4E6E-A4D2-6A5D9B6F7E12}" srcOrd="0" destOrd="0" parTransId="{86B9492E-7D97-4418-A330-42E60E31FDAA}" sibTransId="{023324A3-8648-4D26-94DA-8286AE0C91FC}"/>
    <dgm:cxn modelId="{FCBE79AE-9469-4CC2-91CD-68D9D929DE5B}" type="presOf" srcId="{B43A7A1A-7B99-46F2-AB13-1BDC62AD4D46}" destId="{2112D170-779E-4089-A2F3-50D1F9092D43}" srcOrd="1" destOrd="0" presId="urn:microsoft.com/office/officeart/2005/8/layout/hierarchy2"/>
    <dgm:cxn modelId="{20472AB6-E9B9-4ED0-984B-CAE3285727DD}" type="presOf" srcId="{C47E3531-951A-4EF2-9413-79C2918005A9}" destId="{AEC5B983-DD55-4274-A698-6337682F98B2}" srcOrd="1" destOrd="0" presId="urn:microsoft.com/office/officeart/2005/8/layout/hierarchy2"/>
    <dgm:cxn modelId="{D9724AB8-2341-4AD6-8573-98988CC71E83}" type="presOf" srcId="{B43A7A1A-7B99-46F2-AB13-1BDC62AD4D46}" destId="{547F0A6A-524B-4B6B-9F24-595E6FA151C5}" srcOrd="0" destOrd="0" presId="urn:microsoft.com/office/officeart/2005/8/layout/hierarchy2"/>
    <dgm:cxn modelId="{2AEB97B8-889C-4670-B74E-74DFFF7FF43C}" srcId="{7B25FBB7-7E27-4288-8CF6-BD265C9E3484}" destId="{5DC0FF82-4E33-4DFC-8BB9-2F7634C44046}" srcOrd="1" destOrd="0" parTransId="{171B36F2-2E3D-4A1B-9C45-A6C1C8EBB259}" sibTransId="{9F7EBFAD-2AD0-4D4D-85D0-0876E790EE5F}"/>
    <dgm:cxn modelId="{DB4099B9-0C7E-43B2-84E4-FE28C4B5EB9F}" srcId="{51336E6A-EF93-4E6E-A4D2-6A5D9B6F7E12}" destId="{7B25FBB7-7E27-4288-8CF6-BD265C9E3484}" srcOrd="1" destOrd="0" parTransId="{B43A7A1A-7B99-46F2-AB13-1BDC62AD4D46}" sibTransId="{72C2245D-6668-44CA-A3E4-C5DE18390A27}"/>
    <dgm:cxn modelId="{7329FBBD-E61C-4B04-B095-C49F2F980328}" srcId="{51336E6A-EF93-4E6E-A4D2-6A5D9B6F7E12}" destId="{F4610E2B-BFA6-4CC4-812D-F19D11C8ED0D}" srcOrd="0" destOrd="0" parTransId="{C47E3531-951A-4EF2-9413-79C2918005A9}" sibTransId="{3C1F6362-C6DF-4B1D-8B81-CA10FEDFB837}"/>
    <dgm:cxn modelId="{235B5ECF-7642-4FEB-B905-2E2BD560720F}" type="presOf" srcId="{4B5FF8C4-9FB9-4051-918C-A08326F74967}" destId="{E5E9199F-9052-4862-B5C7-895015950DCD}" srcOrd="0" destOrd="0" presId="urn:microsoft.com/office/officeart/2005/8/layout/hierarchy2"/>
    <dgm:cxn modelId="{593A4AD2-63CC-4FE5-BA67-0D6711E8B1C8}" srcId="{7B25FBB7-7E27-4288-8CF6-BD265C9E3484}" destId="{BD588503-6F16-407B-A892-6787F9F82D0E}" srcOrd="0" destOrd="0" parTransId="{7D1D34F2-5838-4F8D-BF44-96CBA00CE37C}" sibTransId="{7F229382-56E7-40E6-A3F4-5A63F761551A}"/>
    <dgm:cxn modelId="{E28FA8D3-9BEC-4941-84E3-50D2D9FCC487}" type="presOf" srcId="{DCDB3C66-18FF-428B-B508-AE55A78BE14C}" destId="{147070EC-66A8-4F9E-A0D0-45196888B20F}" srcOrd="0" destOrd="0" presId="urn:microsoft.com/office/officeart/2005/8/layout/hierarchy2"/>
    <dgm:cxn modelId="{5C6824DA-51C7-42E7-94B1-DD7BFA3F49D5}" type="presOf" srcId="{BD588503-6F16-407B-A892-6787F9F82D0E}" destId="{ED3FC658-2F9A-4066-8D40-EA896325981C}" srcOrd="0" destOrd="0" presId="urn:microsoft.com/office/officeart/2005/8/layout/hierarchy2"/>
    <dgm:cxn modelId="{4CD136DB-2775-4B94-9EE2-925ECBADF807}" type="presOf" srcId="{C47E3531-951A-4EF2-9413-79C2918005A9}" destId="{FAA38E14-1CF6-4791-B861-4FC75C9E2662}" srcOrd="0" destOrd="0" presId="urn:microsoft.com/office/officeart/2005/8/layout/hierarchy2"/>
    <dgm:cxn modelId="{35A3E6DE-2005-4EB1-9C92-7104F8298E1E}" type="presOf" srcId="{51336E6A-EF93-4E6E-A4D2-6A5D9B6F7E12}" destId="{B654B630-097B-43F5-87E7-65C63F8692A2}" srcOrd="0" destOrd="0" presId="urn:microsoft.com/office/officeart/2005/8/layout/hierarchy2"/>
    <dgm:cxn modelId="{D44423F5-0D51-4B40-A89B-B5948AFE6CB7}" type="presParOf" srcId="{147070EC-66A8-4F9E-A0D0-45196888B20F}" destId="{016DB25B-9FC8-4261-8060-6CBAAB0C2483}" srcOrd="0" destOrd="0" presId="urn:microsoft.com/office/officeart/2005/8/layout/hierarchy2"/>
    <dgm:cxn modelId="{F0F463B2-DB3B-4039-A694-6812DED8FCD6}" type="presParOf" srcId="{016DB25B-9FC8-4261-8060-6CBAAB0C2483}" destId="{B654B630-097B-43F5-87E7-65C63F8692A2}" srcOrd="0" destOrd="0" presId="urn:microsoft.com/office/officeart/2005/8/layout/hierarchy2"/>
    <dgm:cxn modelId="{AE31A0B4-A177-4A90-85BA-59B9CD838B62}" type="presParOf" srcId="{016DB25B-9FC8-4261-8060-6CBAAB0C2483}" destId="{E7F1439E-C322-4D56-8DA3-83BFE19F04BE}" srcOrd="1" destOrd="0" presId="urn:microsoft.com/office/officeart/2005/8/layout/hierarchy2"/>
    <dgm:cxn modelId="{448D51E2-3751-4C73-A2F9-DDC63A8028AB}" type="presParOf" srcId="{E7F1439E-C322-4D56-8DA3-83BFE19F04BE}" destId="{FAA38E14-1CF6-4791-B861-4FC75C9E2662}" srcOrd="0" destOrd="0" presId="urn:microsoft.com/office/officeart/2005/8/layout/hierarchy2"/>
    <dgm:cxn modelId="{BDC5AB1D-358B-4612-92BD-4A1691F65A03}" type="presParOf" srcId="{FAA38E14-1CF6-4791-B861-4FC75C9E2662}" destId="{AEC5B983-DD55-4274-A698-6337682F98B2}" srcOrd="0" destOrd="0" presId="urn:microsoft.com/office/officeart/2005/8/layout/hierarchy2"/>
    <dgm:cxn modelId="{3176DC1A-2B8E-45BC-ABAF-ACE3E4B8B76C}" type="presParOf" srcId="{E7F1439E-C322-4D56-8DA3-83BFE19F04BE}" destId="{419805A4-1BEE-4153-8C7B-62C0F7FEBB7A}" srcOrd="1" destOrd="0" presId="urn:microsoft.com/office/officeart/2005/8/layout/hierarchy2"/>
    <dgm:cxn modelId="{94855450-1992-41A2-9583-9D96417447DD}" type="presParOf" srcId="{419805A4-1BEE-4153-8C7B-62C0F7FEBB7A}" destId="{E1112BA9-6574-4D81-8E3D-80288C722495}" srcOrd="0" destOrd="0" presId="urn:microsoft.com/office/officeart/2005/8/layout/hierarchy2"/>
    <dgm:cxn modelId="{91394D84-93C8-49C3-B4CC-D71016F28AE1}" type="presParOf" srcId="{419805A4-1BEE-4153-8C7B-62C0F7FEBB7A}" destId="{8162C3CB-A26D-43D8-824D-D4AE8A8CE410}" srcOrd="1" destOrd="0" presId="urn:microsoft.com/office/officeart/2005/8/layout/hierarchy2"/>
    <dgm:cxn modelId="{87E8900E-0ADF-423E-9E69-A260B1195EA6}" type="presParOf" srcId="{8162C3CB-A26D-43D8-824D-D4AE8A8CE410}" destId="{216E71B6-DC10-4127-99B3-85776D95202F}" srcOrd="0" destOrd="0" presId="urn:microsoft.com/office/officeart/2005/8/layout/hierarchy2"/>
    <dgm:cxn modelId="{06DA8E9C-3B34-4E4D-805D-BA0E6D892855}" type="presParOf" srcId="{216E71B6-DC10-4127-99B3-85776D95202F}" destId="{0C5651E5-69D1-4FB5-8AE3-163D788A123B}" srcOrd="0" destOrd="0" presId="urn:microsoft.com/office/officeart/2005/8/layout/hierarchy2"/>
    <dgm:cxn modelId="{B6966924-0AC1-460A-893F-347C78D9F83E}" type="presParOf" srcId="{8162C3CB-A26D-43D8-824D-D4AE8A8CE410}" destId="{6E85D88B-B0A1-4C5A-A583-70E736D0B315}" srcOrd="1" destOrd="0" presId="urn:microsoft.com/office/officeart/2005/8/layout/hierarchy2"/>
    <dgm:cxn modelId="{A669D547-1C40-47E5-A5C7-E8229EA9653B}" type="presParOf" srcId="{6E85D88B-B0A1-4C5A-A583-70E736D0B315}" destId="{27D958FE-776E-44A4-B71C-C0A5EFE17A58}" srcOrd="0" destOrd="0" presId="urn:microsoft.com/office/officeart/2005/8/layout/hierarchy2"/>
    <dgm:cxn modelId="{28654318-58A7-457C-9FCD-6DD8CB8B539D}" type="presParOf" srcId="{6E85D88B-B0A1-4C5A-A583-70E736D0B315}" destId="{B6AB17C9-43EA-4643-8C81-E304769A3BA6}" srcOrd="1" destOrd="0" presId="urn:microsoft.com/office/officeart/2005/8/layout/hierarchy2"/>
    <dgm:cxn modelId="{F689C5E3-8721-4402-98C0-D875EE6F52A0}" type="presParOf" srcId="{8162C3CB-A26D-43D8-824D-D4AE8A8CE410}" destId="{6A335683-CC60-4422-A54A-48F35A405C29}" srcOrd="2" destOrd="0" presId="urn:microsoft.com/office/officeart/2005/8/layout/hierarchy2"/>
    <dgm:cxn modelId="{7644BA3F-4EEE-425E-B071-EE5C8B072B6C}" type="presParOf" srcId="{6A335683-CC60-4422-A54A-48F35A405C29}" destId="{D2A13FFA-D896-4D2B-AA0A-A1DE174F4540}" srcOrd="0" destOrd="0" presId="urn:microsoft.com/office/officeart/2005/8/layout/hierarchy2"/>
    <dgm:cxn modelId="{94B1369B-D5BB-4670-8FC1-13FB4EA9CB2C}" type="presParOf" srcId="{8162C3CB-A26D-43D8-824D-D4AE8A8CE410}" destId="{BB251039-14E9-4572-BDC9-AC868438A7D3}" srcOrd="3" destOrd="0" presId="urn:microsoft.com/office/officeart/2005/8/layout/hierarchy2"/>
    <dgm:cxn modelId="{1F2A5294-D94B-4CB1-BF11-0E26629EFC7B}" type="presParOf" srcId="{BB251039-14E9-4572-BDC9-AC868438A7D3}" destId="{11CBA742-AD2E-495A-BBD3-C15587DE31E5}" srcOrd="0" destOrd="0" presId="urn:microsoft.com/office/officeart/2005/8/layout/hierarchy2"/>
    <dgm:cxn modelId="{D6E7BB48-A28A-47BD-AA5B-D8A18739F1F7}" type="presParOf" srcId="{BB251039-14E9-4572-BDC9-AC868438A7D3}" destId="{C32C57C3-305A-4E3B-851A-18B5F328F182}" srcOrd="1" destOrd="0" presId="urn:microsoft.com/office/officeart/2005/8/layout/hierarchy2"/>
    <dgm:cxn modelId="{B88FE80F-6CE9-4714-8E6F-1F207FAB6572}" type="presParOf" srcId="{E7F1439E-C322-4D56-8DA3-83BFE19F04BE}" destId="{547F0A6A-524B-4B6B-9F24-595E6FA151C5}" srcOrd="2" destOrd="0" presId="urn:microsoft.com/office/officeart/2005/8/layout/hierarchy2"/>
    <dgm:cxn modelId="{9D8AE5EF-ED9D-4925-9627-459B7BE9EE2F}" type="presParOf" srcId="{547F0A6A-524B-4B6B-9F24-595E6FA151C5}" destId="{2112D170-779E-4089-A2F3-50D1F9092D43}" srcOrd="0" destOrd="0" presId="urn:microsoft.com/office/officeart/2005/8/layout/hierarchy2"/>
    <dgm:cxn modelId="{00E997DC-2B44-432C-8180-EDF393A024FF}" type="presParOf" srcId="{E7F1439E-C322-4D56-8DA3-83BFE19F04BE}" destId="{01E7D60A-C06A-4E34-AD45-76EC89C51C60}" srcOrd="3" destOrd="0" presId="urn:microsoft.com/office/officeart/2005/8/layout/hierarchy2"/>
    <dgm:cxn modelId="{2B2FA784-69F3-41A3-85F6-B6B5FD5D47BD}" type="presParOf" srcId="{01E7D60A-C06A-4E34-AD45-76EC89C51C60}" destId="{BDEFE8A0-3007-43DF-A676-C0E36B849E3B}" srcOrd="0" destOrd="0" presId="urn:microsoft.com/office/officeart/2005/8/layout/hierarchy2"/>
    <dgm:cxn modelId="{CCA559B0-A125-4ADD-81C3-0FC05A3E9B05}" type="presParOf" srcId="{01E7D60A-C06A-4E34-AD45-76EC89C51C60}" destId="{E6AEA238-F4AD-4E4A-9DF6-81FBE04EB904}" srcOrd="1" destOrd="0" presId="urn:microsoft.com/office/officeart/2005/8/layout/hierarchy2"/>
    <dgm:cxn modelId="{1B74A8C2-42A0-4B99-8002-37601D750335}" type="presParOf" srcId="{E6AEA238-F4AD-4E4A-9DF6-81FBE04EB904}" destId="{F04C7F2C-EE4B-429D-B4E9-37DE1D691885}" srcOrd="0" destOrd="0" presId="urn:microsoft.com/office/officeart/2005/8/layout/hierarchy2"/>
    <dgm:cxn modelId="{F84DE396-0200-4C2F-B1CC-0D8034DE815B}" type="presParOf" srcId="{F04C7F2C-EE4B-429D-B4E9-37DE1D691885}" destId="{81FE26A5-B9FB-4C63-A477-07D7EA9C0B90}" srcOrd="0" destOrd="0" presId="urn:microsoft.com/office/officeart/2005/8/layout/hierarchy2"/>
    <dgm:cxn modelId="{42A48F08-325B-4A40-817F-786F0BFFF175}" type="presParOf" srcId="{E6AEA238-F4AD-4E4A-9DF6-81FBE04EB904}" destId="{ADE88453-D3E9-4C3D-AB23-588E932F42EB}" srcOrd="1" destOrd="0" presId="urn:microsoft.com/office/officeart/2005/8/layout/hierarchy2"/>
    <dgm:cxn modelId="{CE196C73-E222-4905-98F1-320A48DFE10B}" type="presParOf" srcId="{ADE88453-D3E9-4C3D-AB23-588E932F42EB}" destId="{ED3FC658-2F9A-4066-8D40-EA896325981C}" srcOrd="0" destOrd="0" presId="urn:microsoft.com/office/officeart/2005/8/layout/hierarchy2"/>
    <dgm:cxn modelId="{06A6E6C9-8BBE-4522-9B7C-72CA727D6A80}" type="presParOf" srcId="{ADE88453-D3E9-4C3D-AB23-588E932F42EB}" destId="{0324ABC7-D41C-4E6D-9E21-BC5F77ADBF10}" srcOrd="1" destOrd="0" presId="urn:microsoft.com/office/officeart/2005/8/layout/hierarchy2"/>
    <dgm:cxn modelId="{CA409F66-AE27-4031-AB19-3724E73705CF}" type="presParOf" srcId="{E6AEA238-F4AD-4E4A-9DF6-81FBE04EB904}" destId="{4634BEDD-1EE2-44BB-86CE-FF25DCB6AF8E}" srcOrd="2" destOrd="0" presId="urn:microsoft.com/office/officeart/2005/8/layout/hierarchy2"/>
    <dgm:cxn modelId="{398A4AFE-7EDC-4514-8DE6-5195CCF3E110}" type="presParOf" srcId="{4634BEDD-1EE2-44BB-86CE-FF25DCB6AF8E}" destId="{B782B206-B868-4BC3-BE59-67505C45D1D9}" srcOrd="0" destOrd="0" presId="urn:microsoft.com/office/officeart/2005/8/layout/hierarchy2"/>
    <dgm:cxn modelId="{E1D9FE56-EF5A-4987-A71E-346BDAE50A2B}" type="presParOf" srcId="{E6AEA238-F4AD-4E4A-9DF6-81FBE04EB904}" destId="{ABB175E6-1028-44BB-94D8-C12F75790FF4}" srcOrd="3" destOrd="0" presId="urn:microsoft.com/office/officeart/2005/8/layout/hierarchy2"/>
    <dgm:cxn modelId="{780D6FBA-A5CC-4557-A5DD-82B510E131A9}" type="presParOf" srcId="{ABB175E6-1028-44BB-94D8-C12F75790FF4}" destId="{321FF7BF-E09C-4A2A-9FCD-E83BC7A91121}" srcOrd="0" destOrd="0" presId="urn:microsoft.com/office/officeart/2005/8/layout/hierarchy2"/>
    <dgm:cxn modelId="{51729650-0A49-44EC-B225-2CE1C70840C5}" type="presParOf" srcId="{ABB175E6-1028-44BB-94D8-C12F75790FF4}" destId="{C29478C6-CCA4-40E0-85CE-6133AF297073}" srcOrd="1" destOrd="0" presId="urn:microsoft.com/office/officeart/2005/8/layout/hierarchy2"/>
    <dgm:cxn modelId="{94C436B8-D969-4440-A7C4-8D1E65C53087}" type="presParOf" srcId="{E6AEA238-F4AD-4E4A-9DF6-81FBE04EB904}" destId="{52F7E44E-D9C6-46DD-AC71-F0797AD100BF}" srcOrd="4" destOrd="0" presId="urn:microsoft.com/office/officeart/2005/8/layout/hierarchy2"/>
    <dgm:cxn modelId="{9A1E0D9E-9912-4C61-A28B-A60244B09193}" type="presParOf" srcId="{52F7E44E-D9C6-46DD-AC71-F0797AD100BF}" destId="{2C832C25-446F-4246-8CEF-EA8E474D2144}" srcOrd="0" destOrd="0" presId="urn:microsoft.com/office/officeart/2005/8/layout/hierarchy2"/>
    <dgm:cxn modelId="{36681BCD-6BB1-4EED-AFAE-F3978DCDB68C}" type="presParOf" srcId="{E6AEA238-F4AD-4E4A-9DF6-81FBE04EB904}" destId="{C1BDF398-4282-4D9D-9086-2457489FF404}" srcOrd="5" destOrd="0" presId="urn:microsoft.com/office/officeart/2005/8/layout/hierarchy2"/>
    <dgm:cxn modelId="{D2CDAB9C-F9EA-4307-8203-45ED0D69DE5A}" type="presParOf" srcId="{C1BDF398-4282-4D9D-9086-2457489FF404}" destId="{31DEACAC-95DB-4108-865F-0C9E45FB849A}" srcOrd="0" destOrd="0" presId="urn:microsoft.com/office/officeart/2005/8/layout/hierarchy2"/>
    <dgm:cxn modelId="{BCDE6345-F9F9-49B4-A7DC-037DBD004FC2}" type="presParOf" srcId="{C1BDF398-4282-4D9D-9086-2457489FF404}" destId="{6B8A784C-EB24-40FE-AF13-0EA5844E1968}" srcOrd="1" destOrd="0" presId="urn:microsoft.com/office/officeart/2005/8/layout/hierarchy2"/>
    <dgm:cxn modelId="{EA02A78A-AB34-4176-9C8F-F048FB058592}" type="presParOf" srcId="{E6AEA238-F4AD-4E4A-9DF6-81FBE04EB904}" destId="{E5E9199F-9052-4862-B5C7-895015950DCD}" srcOrd="6" destOrd="0" presId="urn:microsoft.com/office/officeart/2005/8/layout/hierarchy2"/>
    <dgm:cxn modelId="{9CB28EB8-69FD-4EFD-81F1-3644E2BD8D39}" type="presParOf" srcId="{E5E9199F-9052-4862-B5C7-895015950DCD}" destId="{CE6F410E-6EAD-41C5-BEFE-0B974C9135C4}" srcOrd="0" destOrd="0" presId="urn:microsoft.com/office/officeart/2005/8/layout/hierarchy2"/>
    <dgm:cxn modelId="{225FA67D-F0A1-41C0-BF59-802FCB231A0E}" type="presParOf" srcId="{E6AEA238-F4AD-4E4A-9DF6-81FBE04EB904}" destId="{8E5E7767-44A5-4D9B-815D-551BDDA9E533}" srcOrd="7" destOrd="0" presId="urn:microsoft.com/office/officeart/2005/8/layout/hierarchy2"/>
    <dgm:cxn modelId="{C6878491-F69A-440F-86F4-432B426D028C}" type="presParOf" srcId="{8E5E7767-44A5-4D9B-815D-551BDDA9E533}" destId="{E4E6C635-B955-435B-AA66-7E82D9E56979}" srcOrd="0" destOrd="0" presId="urn:microsoft.com/office/officeart/2005/8/layout/hierarchy2"/>
    <dgm:cxn modelId="{4FF4199E-7377-4723-821D-5B4DD3D707CF}" type="presParOf" srcId="{8E5E7767-44A5-4D9B-815D-551BDDA9E533}" destId="{9729F019-E1AB-442E-8C94-AF6DE368F5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DB3C66-18FF-428B-B508-AE55A78BE14C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AU"/>
        </a:p>
      </dgm:t>
    </dgm:pt>
    <dgm:pt modelId="{51336E6A-EF93-4E6E-A4D2-6A5D9B6F7E12}">
      <dgm:prSet phldrT="[Text]" phldr="0"/>
      <dgm:spPr>
        <a:noFill/>
      </dgm:spPr>
      <dgm:t>
        <a:bodyPr/>
        <a:lstStyle/>
        <a:p>
          <a:r>
            <a:rPr lang="en-AU" dirty="0"/>
            <a:t>Main folder</a:t>
          </a:r>
        </a:p>
      </dgm:t>
    </dgm:pt>
    <dgm:pt modelId="{86B9492E-7D97-4418-A330-42E60E31FDAA}" type="parTrans" cxnId="{E3F84AAA-5EFD-4459-B876-6826E19943AB}">
      <dgm:prSet/>
      <dgm:spPr/>
      <dgm:t>
        <a:bodyPr/>
        <a:lstStyle/>
        <a:p>
          <a:endParaRPr lang="en-AU"/>
        </a:p>
      </dgm:t>
    </dgm:pt>
    <dgm:pt modelId="{023324A3-8648-4D26-94DA-8286AE0C91FC}" type="sibTrans" cxnId="{E3F84AAA-5EFD-4459-B876-6826E19943AB}">
      <dgm:prSet/>
      <dgm:spPr/>
      <dgm:t>
        <a:bodyPr/>
        <a:lstStyle/>
        <a:p>
          <a:endParaRPr lang="en-AU"/>
        </a:p>
      </dgm:t>
    </dgm:pt>
    <dgm:pt modelId="{F4610E2B-BFA6-4CC4-812D-F19D11C8ED0D}">
      <dgm:prSet phldrT="[Text]" phldr="0"/>
      <dgm:spPr>
        <a:noFill/>
      </dgm:spPr>
      <dgm:t>
        <a:bodyPr/>
        <a:lstStyle/>
        <a:p>
          <a:r>
            <a:rPr lang="en-AU" dirty="0"/>
            <a:t>Combined file</a:t>
          </a:r>
        </a:p>
      </dgm:t>
    </dgm:pt>
    <dgm:pt modelId="{C47E3531-951A-4EF2-9413-79C2918005A9}" type="parTrans" cxnId="{7329FBBD-E61C-4B04-B095-C49F2F980328}">
      <dgm:prSet/>
      <dgm:spPr>
        <a:noFill/>
      </dgm:spPr>
      <dgm:t>
        <a:bodyPr/>
        <a:lstStyle/>
        <a:p>
          <a:endParaRPr lang="en-AU"/>
        </a:p>
      </dgm:t>
    </dgm:pt>
    <dgm:pt modelId="{3C1F6362-C6DF-4B1D-8B81-CA10FEDFB837}" type="sibTrans" cxnId="{7329FBBD-E61C-4B04-B095-C49F2F980328}">
      <dgm:prSet/>
      <dgm:spPr/>
      <dgm:t>
        <a:bodyPr/>
        <a:lstStyle/>
        <a:p>
          <a:endParaRPr lang="en-AU"/>
        </a:p>
      </dgm:t>
    </dgm:pt>
    <dgm:pt modelId="{8A3D6CDF-7690-4826-A364-352808347876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Current</a:t>
          </a:r>
        </a:p>
      </dgm:t>
    </dgm:pt>
    <dgm:pt modelId="{6CB20F4E-D5EA-44ED-B3CC-77594BA94AAC}" type="parTrans" cxnId="{7631C60C-C9FB-4128-AA6B-14C7BC85BD16}">
      <dgm:prSet/>
      <dgm:spPr>
        <a:noFill/>
      </dgm:spPr>
      <dgm:t>
        <a:bodyPr/>
        <a:lstStyle/>
        <a:p>
          <a:endParaRPr lang="en-AU"/>
        </a:p>
      </dgm:t>
    </dgm:pt>
    <dgm:pt modelId="{88800DF1-4C83-452D-8490-B828E8E14482}" type="sibTrans" cxnId="{7631C60C-C9FB-4128-AA6B-14C7BC85BD16}">
      <dgm:prSet/>
      <dgm:spPr/>
      <dgm:t>
        <a:bodyPr/>
        <a:lstStyle/>
        <a:p>
          <a:endParaRPr lang="en-AU"/>
        </a:p>
      </dgm:t>
    </dgm:pt>
    <dgm:pt modelId="{25E02449-B8A1-4A80-8A50-ED23633B28CD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Past</a:t>
          </a:r>
        </a:p>
      </dgm:t>
    </dgm:pt>
    <dgm:pt modelId="{C4CF4CC3-7620-4090-A172-DBEB8FBF58AC}" type="parTrans" cxnId="{F641B17C-4096-4755-AC51-4C9BC52D15A4}">
      <dgm:prSet/>
      <dgm:spPr>
        <a:noFill/>
      </dgm:spPr>
      <dgm:t>
        <a:bodyPr/>
        <a:lstStyle/>
        <a:p>
          <a:endParaRPr lang="en-AU"/>
        </a:p>
      </dgm:t>
    </dgm:pt>
    <dgm:pt modelId="{73D3E980-FD11-44DD-ABE1-FD0EBF301354}" type="sibTrans" cxnId="{F641B17C-4096-4755-AC51-4C9BC52D15A4}">
      <dgm:prSet/>
      <dgm:spPr/>
      <dgm:t>
        <a:bodyPr/>
        <a:lstStyle/>
        <a:p>
          <a:endParaRPr lang="en-AU"/>
        </a:p>
      </dgm:t>
    </dgm:pt>
    <dgm:pt modelId="{CA94ED39-50F8-4396-8A1D-35111CC2EA47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V289 (=current)</a:t>
          </a:r>
        </a:p>
      </dgm:t>
    </dgm:pt>
    <dgm:pt modelId="{FAC07D21-253A-422A-915F-DA7976BF5660}" type="parTrans" cxnId="{8EEA3B34-402C-4741-820E-F3A15FC2B609}">
      <dgm:prSet/>
      <dgm:spPr/>
      <dgm:t>
        <a:bodyPr/>
        <a:lstStyle/>
        <a:p>
          <a:endParaRPr lang="en-AU"/>
        </a:p>
      </dgm:t>
    </dgm:pt>
    <dgm:pt modelId="{25C7494E-7DE1-4B6C-9C77-596BED55802D}" type="sibTrans" cxnId="{8EEA3B34-402C-4741-820E-F3A15FC2B609}">
      <dgm:prSet/>
      <dgm:spPr/>
      <dgm:t>
        <a:bodyPr/>
        <a:lstStyle/>
        <a:p>
          <a:endParaRPr lang="en-AU"/>
        </a:p>
      </dgm:t>
    </dgm:pt>
    <dgm:pt modelId="{8D2F5B71-44E1-4533-93D5-62AF39B4FE02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V288</a:t>
          </a:r>
        </a:p>
      </dgm:t>
    </dgm:pt>
    <dgm:pt modelId="{50E7590B-A5D3-43A5-892D-1E27095B1ADE}" type="parTrans" cxnId="{E6F2537F-3AA4-4BA7-957D-8A52EE59A091}">
      <dgm:prSet/>
      <dgm:spPr/>
      <dgm:t>
        <a:bodyPr/>
        <a:lstStyle/>
        <a:p>
          <a:endParaRPr lang="en-AU"/>
        </a:p>
      </dgm:t>
    </dgm:pt>
    <dgm:pt modelId="{754AAABD-65C8-4EA9-8DD5-E6E6C7E077C0}" type="sibTrans" cxnId="{E6F2537F-3AA4-4BA7-957D-8A52EE59A091}">
      <dgm:prSet/>
      <dgm:spPr/>
      <dgm:t>
        <a:bodyPr/>
        <a:lstStyle/>
        <a:p>
          <a:endParaRPr lang="en-AU"/>
        </a:p>
      </dgm:t>
    </dgm:pt>
    <dgm:pt modelId="{39C66FE7-3819-4AE8-98D4-491B0D665052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etc…</a:t>
          </a:r>
        </a:p>
      </dgm:t>
    </dgm:pt>
    <dgm:pt modelId="{2FEA732E-A64D-4205-8141-6AD889E2DE44}" type="parTrans" cxnId="{A372FB30-B8A3-453C-943C-A7A0DDF038D1}">
      <dgm:prSet/>
      <dgm:spPr/>
      <dgm:t>
        <a:bodyPr/>
        <a:lstStyle/>
        <a:p>
          <a:endParaRPr lang="en-AU"/>
        </a:p>
      </dgm:t>
    </dgm:pt>
    <dgm:pt modelId="{705AAFE7-D2BF-46EF-8787-A568A3F4A5BA}" type="sibTrans" cxnId="{A372FB30-B8A3-453C-943C-A7A0DDF038D1}">
      <dgm:prSet/>
      <dgm:spPr/>
      <dgm:t>
        <a:bodyPr/>
        <a:lstStyle/>
        <a:p>
          <a:endParaRPr lang="en-AU"/>
        </a:p>
      </dgm:t>
    </dgm:pt>
    <dgm:pt modelId="{D1366D97-0F66-45A5-A853-E4DC74897E9D}">
      <dgm:prSet phldrT="[Text]" phldr="0"/>
      <dgm:spPr>
        <a:noFill/>
      </dgm:spPr>
      <dgm:t>
        <a:bodyPr/>
        <a:lstStyle/>
        <a:p>
          <a:r>
            <a:rPr lang="en-AU" dirty="0"/>
            <a:t>MPA file</a:t>
          </a:r>
        </a:p>
      </dgm:t>
    </dgm:pt>
    <dgm:pt modelId="{215E8524-8069-40AD-AC14-12F9F3FD2D1B}" type="parTrans" cxnId="{6E94D629-F909-42FC-8DB6-4514F30B9204}">
      <dgm:prSet/>
      <dgm:spPr/>
      <dgm:t>
        <a:bodyPr/>
        <a:lstStyle/>
        <a:p>
          <a:endParaRPr lang="en-AU"/>
        </a:p>
      </dgm:t>
    </dgm:pt>
    <dgm:pt modelId="{B66F121F-1CEF-44A1-A757-A94A643C0B19}" type="sibTrans" cxnId="{6E94D629-F909-42FC-8DB6-4514F30B9204}">
      <dgm:prSet/>
      <dgm:spPr/>
      <dgm:t>
        <a:bodyPr/>
        <a:lstStyle/>
        <a:p>
          <a:endParaRPr lang="en-AU"/>
        </a:p>
      </dgm:t>
    </dgm:pt>
    <dgm:pt modelId="{6AA68B4B-3930-4E53-89C9-45C358BE88AA}">
      <dgm:prSet phldrT="[Text]" phldr="0"/>
      <dgm:spPr>
        <a:noFill/>
      </dgm:spPr>
      <dgm:t>
        <a:bodyPr/>
        <a:lstStyle/>
        <a:p>
          <a:r>
            <a:rPr lang="en-AU" dirty="0"/>
            <a:t>ASD file</a:t>
          </a:r>
        </a:p>
      </dgm:t>
    </dgm:pt>
    <dgm:pt modelId="{8F4E8F3A-F9FB-458F-9D1B-AFCD4429F3F4}" type="parTrans" cxnId="{C865195E-EF8E-4F88-A424-B209FD32C335}">
      <dgm:prSet/>
      <dgm:spPr/>
      <dgm:t>
        <a:bodyPr/>
        <a:lstStyle/>
        <a:p>
          <a:endParaRPr lang="en-AU"/>
        </a:p>
      </dgm:t>
    </dgm:pt>
    <dgm:pt modelId="{70D824C4-6A9B-46B0-AA1D-404DB5BAD999}" type="sibTrans" cxnId="{C865195E-EF8E-4F88-A424-B209FD32C335}">
      <dgm:prSet/>
      <dgm:spPr/>
      <dgm:t>
        <a:bodyPr/>
        <a:lstStyle/>
        <a:p>
          <a:endParaRPr lang="en-AU"/>
        </a:p>
      </dgm:t>
    </dgm:pt>
    <dgm:pt modelId="{0E56F9BC-D18A-4F26-A5F4-FFACB779171F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Current</a:t>
          </a:r>
        </a:p>
      </dgm:t>
    </dgm:pt>
    <dgm:pt modelId="{14D83068-2280-4ACD-AC0C-8927A63F676A}" type="parTrans" cxnId="{460D5916-02B4-4988-8A65-4F3C4BB767E5}">
      <dgm:prSet/>
      <dgm:spPr/>
      <dgm:t>
        <a:bodyPr/>
        <a:lstStyle/>
        <a:p>
          <a:endParaRPr lang="en-AU"/>
        </a:p>
      </dgm:t>
    </dgm:pt>
    <dgm:pt modelId="{2442CCB2-5B78-4763-AA74-07B710604413}" type="sibTrans" cxnId="{460D5916-02B4-4988-8A65-4F3C4BB767E5}">
      <dgm:prSet/>
      <dgm:spPr/>
      <dgm:t>
        <a:bodyPr/>
        <a:lstStyle/>
        <a:p>
          <a:endParaRPr lang="en-AU"/>
        </a:p>
      </dgm:t>
    </dgm:pt>
    <dgm:pt modelId="{C9D43B65-C524-4C5A-8DAF-999869044E26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Past</a:t>
          </a:r>
        </a:p>
      </dgm:t>
    </dgm:pt>
    <dgm:pt modelId="{0EFBC6AA-B2D2-47C2-BA55-16D39A75EE30}" type="parTrans" cxnId="{2FA7F5E0-EABE-483E-9826-9AF9A8F3287B}">
      <dgm:prSet/>
      <dgm:spPr/>
      <dgm:t>
        <a:bodyPr/>
        <a:lstStyle/>
        <a:p>
          <a:endParaRPr lang="en-AU"/>
        </a:p>
      </dgm:t>
    </dgm:pt>
    <dgm:pt modelId="{C1D139FC-E322-4FF9-BC01-C1F807FE63B0}" type="sibTrans" cxnId="{2FA7F5E0-EABE-483E-9826-9AF9A8F3287B}">
      <dgm:prSet/>
      <dgm:spPr/>
      <dgm:t>
        <a:bodyPr/>
        <a:lstStyle/>
        <a:p>
          <a:endParaRPr lang="en-AU"/>
        </a:p>
      </dgm:t>
    </dgm:pt>
    <dgm:pt modelId="{0D4879F1-E103-4C23-8364-08173F30CBC4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V12 (=current)</a:t>
          </a:r>
        </a:p>
      </dgm:t>
    </dgm:pt>
    <dgm:pt modelId="{C79B2EE1-4CB7-448E-98FA-102E7EAA2D42}" type="parTrans" cxnId="{03F8EE2F-766B-4896-A853-C4F474217559}">
      <dgm:prSet/>
      <dgm:spPr/>
      <dgm:t>
        <a:bodyPr/>
        <a:lstStyle/>
        <a:p>
          <a:endParaRPr lang="en-AU"/>
        </a:p>
      </dgm:t>
    </dgm:pt>
    <dgm:pt modelId="{82A1D7C9-B6BE-4002-A79E-04B3AE1B4193}" type="sibTrans" cxnId="{03F8EE2F-766B-4896-A853-C4F474217559}">
      <dgm:prSet/>
      <dgm:spPr/>
      <dgm:t>
        <a:bodyPr/>
        <a:lstStyle/>
        <a:p>
          <a:endParaRPr lang="en-AU"/>
        </a:p>
      </dgm:t>
    </dgm:pt>
    <dgm:pt modelId="{602164DD-4E3A-45E0-BDF7-23D5A31C3433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V11</a:t>
          </a:r>
        </a:p>
      </dgm:t>
    </dgm:pt>
    <dgm:pt modelId="{F0B16070-94C3-4FC0-BC11-B80C3F63026F}" type="parTrans" cxnId="{90980330-02FC-493D-958D-45CD281F7ECA}">
      <dgm:prSet/>
      <dgm:spPr/>
      <dgm:t>
        <a:bodyPr/>
        <a:lstStyle/>
        <a:p>
          <a:endParaRPr lang="en-AU"/>
        </a:p>
      </dgm:t>
    </dgm:pt>
    <dgm:pt modelId="{A4F7ED0A-0B00-49E0-9D19-543E3E90BB5F}" type="sibTrans" cxnId="{90980330-02FC-493D-958D-45CD281F7ECA}">
      <dgm:prSet/>
      <dgm:spPr/>
      <dgm:t>
        <a:bodyPr/>
        <a:lstStyle/>
        <a:p>
          <a:endParaRPr lang="en-AU"/>
        </a:p>
      </dgm:t>
    </dgm:pt>
    <dgm:pt modelId="{669848CD-FB3B-450F-B162-B1C0BD2C8EB8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etc…</a:t>
          </a:r>
        </a:p>
      </dgm:t>
    </dgm:pt>
    <dgm:pt modelId="{464EBB42-2087-4394-82DB-960CE2427D50}" type="parTrans" cxnId="{4B73B6CB-83D0-449C-9C17-99B1DAC9ECFE}">
      <dgm:prSet/>
      <dgm:spPr/>
      <dgm:t>
        <a:bodyPr/>
        <a:lstStyle/>
        <a:p>
          <a:endParaRPr lang="en-AU"/>
        </a:p>
      </dgm:t>
    </dgm:pt>
    <dgm:pt modelId="{378B7568-AAA7-4B13-B6DF-BEA3699D64B6}" type="sibTrans" cxnId="{4B73B6CB-83D0-449C-9C17-99B1DAC9ECFE}">
      <dgm:prSet/>
      <dgm:spPr/>
      <dgm:t>
        <a:bodyPr/>
        <a:lstStyle/>
        <a:p>
          <a:endParaRPr lang="en-AU"/>
        </a:p>
      </dgm:t>
    </dgm:pt>
    <dgm:pt modelId="{DAB1D4D9-37FF-44F2-8C49-81E391800739}">
      <dgm:prSet phldrT="[Text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Current</a:t>
          </a:r>
        </a:p>
      </dgm:t>
    </dgm:pt>
    <dgm:pt modelId="{41D8A466-E61C-4565-84A5-5F53B41C402E}" type="parTrans" cxnId="{7B12AEB3-376F-4E83-B563-0017E2D573EC}">
      <dgm:prSet/>
      <dgm:spPr/>
      <dgm:t>
        <a:bodyPr/>
        <a:lstStyle/>
        <a:p>
          <a:endParaRPr lang="en-AU"/>
        </a:p>
      </dgm:t>
    </dgm:pt>
    <dgm:pt modelId="{8A870A1C-0086-43C4-B6FE-48A0C793E6CB}" type="sibTrans" cxnId="{7B12AEB3-376F-4E83-B563-0017E2D573EC}">
      <dgm:prSet/>
      <dgm:spPr/>
      <dgm:t>
        <a:bodyPr/>
        <a:lstStyle/>
        <a:p>
          <a:endParaRPr lang="en-AU"/>
        </a:p>
      </dgm:t>
    </dgm:pt>
    <dgm:pt modelId="{6EB163FE-AC5A-47B4-9459-0621CF099A82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Past</a:t>
          </a:r>
        </a:p>
      </dgm:t>
    </dgm:pt>
    <dgm:pt modelId="{FEFAFC3A-8512-4EF9-9C9C-B1BF607DAF5C}" type="parTrans" cxnId="{3961DF86-56C9-46FA-816B-A867883D30D1}">
      <dgm:prSet/>
      <dgm:spPr/>
      <dgm:t>
        <a:bodyPr/>
        <a:lstStyle/>
        <a:p>
          <a:endParaRPr lang="en-AU"/>
        </a:p>
      </dgm:t>
    </dgm:pt>
    <dgm:pt modelId="{80E2F8AD-5B6F-45AA-9075-1A665B84D86E}" type="sibTrans" cxnId="{3961DF86-56C9-46FA-816B-A867883D30D1}">
      <dgm:prSet/>
      <dgm:spPr/>
      <dgm:t>
        <a:bodyPr/>
        <a:lstStyle/>
        <a:p>
          <a:endParaRPr lang="en-AU"/>
        </a:p>
      </dgm:t>
    </dgm:pt>
    <dgm:pt modelId="{64999DF2-DB8B-4CFF-84BF-737A3B0EAF99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V3 (=current)</a:t>
          </a:r>
        </a:p>
      </dgm:t>
    </dgm:pt>
    <dgm:pt modelId="{82E91201-E65D-406C-BBB0-AA75FE6AA3E7}" type="parTrans" cxnId="{01CD13DE-49B2-436E-B532-9B0B3A36D2D9}">
      <dgm:prSet/>
      <dgm:spPr/>
      <dgm:t>
        <a:bodyPr/>
        <a:lstStyle/>
        <a:p>
          <a:endParaRPr lang="en-AU"/>
        </a:p>
      </dgm:t>
    </dgm:pt>
    <dgm:pt modelId="{8B49FA08-18FF-459F-99D4-F74383CD9F96}" type="sibTrans" cxnId="{01CD13DE-49B2-436E-B532-9B0B3A36D2D9}">
      <dgm:prSet/>
      <dgm:spPr/>
      <dgm:t>
        <a:bodyPr/>
        <a:lstStyle/>
        <a:p>
          <a:endParaRPr lang="en-AU"/>
        </a:p>
      </dgm:t>
    </dgm:pt>
    <dgm:pt modelId="{B8DFD870-DE56-4AE7-BFED-767EFFC18FFE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V2</a:t>
          </a:r>
        </a:p>
      </dgm:t>
    </dgm:pt>
    <dgm:pt modelId="{40B9CD91-86FA-4040-B247-467A6D99E60C}" type="parTrans" cxnId="{DF67BF78-B2F5-40A1-9D99-977ADC714B8F}">
      <dgm:prSet/>
      <dgm:spPr/>
      <dgm:t>
        <a:bodyPr/>
        <a:lstStyle/>
        <a:p>
          <a:endParaRPr lang="en-AU"/>
        </a:p>
      </dgm:t>
    </dgm:pt>
    <dgm:pt modelId="{BB25F220-8CFC-4EED-94CB-E5E19CCC2476}" type="sibTrans" cxnId="{DF67BF78-B2F5-40A1-9D99-977ADC714B8F}">
      <dgm:prSet/>
      <dgm:spPr/>
      <dgm:t>
        <a:bodyPr/>
        <a:lstStyle/>
        <a:p>
          <a:endParaRPr lang="en-AU"/>
        </a:p>
      </dgm:t>
    </dgm:pt>
    <dgm:pt modelId="{0205DD06-4417-411F-86EC-63B633F90580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etc…</a:t>
          </a:r>
        </a:p>
      </dgm:t>
    </dgm:pt>
    <dgm:pt modelId="{0B16A837-95F1-4182-9E92-91E31A7604A9}" type="parTrans" cxnId="{DB20CB4A-C3FA-498C-9E4C-893C4719BCE9}">
      <dgm:prSet/>
      <dgm:spPr/>
      <dgm:t>
        <a:bodyPr/>
        <a:lstStyle/>
        <a:p>
          <a:endParaRPr lang="en-AU"/>
        </a:p>
      </dgm:t>
    </dgm:pt>
    <dgm:pt modelId="{D9F05F77-24DC-4C68-B4E5-B231A42AE606}" type="sibTrans" cxnId="{DB20CB4A-C3FA-498C-9E4C-893C4719BCE9}">
      <dgm:prSet/>
      <dgm:spPr/>
      <dgm:t>
        <a:bodyPr/>
        <a:lstStyle/>
        <a:p>
          <a:endParaRPr lang="en-AU"/>
        </a:p>
      </dgm:t>
    </dgm:pt>
    <dgm:pt modelId="{CC253A8A-D03A-4E90-9AEF-653394DFE363}">
      <dgm:prSet phldrT="[Text]" phldr="0"/>
      <dgm:spPr/>
      <dgm:t>
        <a:bodyPr/>
        <a:lstStyle/>
        <a:p>
          <a:r>
            <a:rPr lang="en-AU" dirty="0"/>
            <a:t>etc…</a:t>
          </a:r>
        </a:p>
      </dgm:t>
    </dgm:pt>
    <dgm:pt modelId="{B1A9C303-31E4-47DE-98A7-A5EAB4523B16}" type="parTrans" cxnId="{3DC86221-FAE5-4C99-A1D4-0DE649FC5EC4}">
      <dgm:prSet/>
      <dgm:spPr/>
      <dgm:t>
        <a:bodyPr/>
        <a:lstStyle/>
        <a:p>
          <a:endParaRPr lang="en-AU"/>
        </a:p>
      </dgm:t>
    </dgm:pt>
    <dgm:pt modelId="{C567868B-B499-4726-B75D-596A324A6451}" type="sibTrans" cxnId="{3DC86221-FAE5-4C99-A1D4-0DE649FC5EC4}">
      <dgm:prSet/>
      <dgm:spPr/>
      <dgm:t>
        <a:bodyPr/>
        <a:lstStyle/>
        <a:p>
          <a:endParaRPr lang="en-AU"/>
        </a:p>
      </dgm:t>
    </dgm:pt>
    <dgm:pt modelId="{D43F8309-A4DF-45CA-83F7-47DA0254087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Current</a:t>
          </a:r>
        </a:p>
      </dgm:t>
    </dgm:pt>
    <dgm:pt modelId="{29B1FAF6-0919-4A12-8ACC-F7BD2F45044A}" type="parTrans" cxnId="{14D65321-9AE7-4984-9FCB-A7D9A6919FAB}">
      <dgm:prSet/>
      <dgm:spPr/>
      <dgm:t>
        <a:bodyPr/>
        <a:lstStyle/>
        <a:p>
          <a:endParaRPr lang="en-AU"/>
        </a:p>
      </dgm:t>
    </dgm:pt>
    <dgm:pt modelId="{EDC1554E-B869-4C22-87F3-0E33924E3045}" type="sibTrans" cxnId="{14D65321-9AE7-4984-9FCB-A7D9A6919FAB}">
      <dgm:prSet/>
      <dgm:spPr/>
      <dgm:t>
        <a:bodyPr/>
        <a:lstStyle/>
        <a:p>
          <a:endParaRPr lang="en-AU"/>
        </a:p>
      </dgm:t>
    </dgm:pt>
    <dgm:pt modelId="{0C2B904C-4D7A-4840-8076-0404329B7A2A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AU" dirty="0"/>
            <a:t>Past</a:t>
          </a:r>
        </a:p>
      </dgm:t>
    </dgm:pt>
    <dgm:pt modelId="{299F2308-3644-4094-9CA5-0EC87281B75B}" type="parTrans" cxnId="{572F2C76-CF2D-4470-9878-D604D27099B4}">
      <dgm:prSet/>
      <dgm:spPr/>
      <dgm:t>
        <a:bodyPr/>
        <a:lstStyle/>
        <a:p>
          <a:endParaRPr lang="en-AU"/>
        </a:p>
      </dgm:t>
    </dgm:pt>
    <dgm:pt modelId="{EFAED715-1979-4E42-A905-9032EF595446}" type="sibTrans" cxnId="{572F2C76-CF2D-4470-9878-D604D27099B4}">
      <dgm:prSet/>
      <dgm:spPr/>
      <dgm:t>
        <a:bodyPr/>
        <a:lstStyle/>
        <a:p>
          <a:endParaRPr lang="en-AU"/>
        </a:p>
      </dgm:t>
    </dgm:pt>
    <dgm:pt modelId="{147070EC-66A8-4F9E-A0D0-45196888B20F}" type="pres">
      <dgm:prSet presAssocID="{DCDB3C66-18FF-428B-B508-AE55A78BE14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16DB25B-9FC8-4261-8060-6CBAAB0C2483}" type="pres">
      <dgm:prSet presAssocID="{51336E6A-EF93-4E6E-A4D2-6A5D9B6F7E12}" presName="root1" presStyleCnt="0"/>
      <dgm:spPr/>
    </dgm:pt>
    <dgm:pt modelId="{B654B630-097B-43F5-87E7-65C63F8692A2}" type="pres">
      <dgm:prSet presAssocID="{51336E6A-EF93-4E6E-A4D2-6A5D9B6F7E12}" presName="LevelOneTextNode" presStyleLbl="node0" presStyleIdx="0" presStyleCnt="1">
        <dgm:presLayoutVars>
          <dgm:chPref val="3"/>
        </dgm:presLayoutVars>
      </dgm:prSet>
      <dgm:spPr/>
    </dgm:pt>
    <dgm:pt modelId="{E7F1439E-C322-4D56-8DA3-83BFE19F04BE}" type="pres">
      <dgm:prSet presAssocID="{51336E6A-EF93-4E6E-A4D2-6A5D9B6F7E12}" presName="level2hierChild" presStyleCnt="0"/>
      <dgm:spPr/>
    </dgm:pt>
    <dgm:pt modelId="{FAA38E14-1CF6-4791-B861-4FC75C9E2662}" type="pres">
      <dgm:prSet presAssocID="{C47E3531-951A-4EF2-9413-79C2918005A9}" presName="conn2-1" presStyleLbl="parChTrans1D2" presStyleIdx="0" presStyleCnt="4"/>
      <dgm:spPr/>
    </dgm:pt>
    <dgm:pt modelId="{AEC5B983-DD55-4274-A698-6337682F98B2}" type="pres">
      <dgm:prSet presAssocID="{C47E3531-951A-4EF2-9413-79C2918005A9}" presName="connTx" presStyleLbl="parChTrans1D2" presStyleIdx="0" presStyleCnt="4"/>
      <dgm:spPr/>
    </dgm:pt>
    <dgm:pt modelId="{419805A4-1BEE-4153-8C7B-62C0F7FEBB7A}" type="pres">
      <dgm:prSet presAssocID="{F4610E2B-BFA6-4CC4-812D-F19D11C8ED0D}" presName="root2" presStyleCnt="0"/>
      <dgm:spPr/>
    </dgm:pt>
    <dgm:pt modelId="{E1112BA9-6574-4D81-8E3D-80288C722495}" type="pres">
      <dgm:prSet presAssocID="{F4610E2B-BFA6-4CC4-812D-F19D11C8ED0D}" presName="LevelTwoTextNode" presStyleLbl="node2" presStyleIdx="0" presStyleCnt="4">
        <dgm:presLayoutVars>
          <dgm:chPref val="3"/>
        </dgm:presLayoutVars>
      </dgm:prSet>
      <dgm:spPr/>
    </dgm:pt>
    <dgm:pt modelId="{8162C3CB-A26D-43D8-824D-D4AE8A8CE410}" type="pres">
      <dgm:prSet presAssocID="{F4610E2B-BFA6-4CC4-812D-F19D11C8ED0D}" presName="level3hierChild" presStyleCnt="0"/>
      <dgm:spPr/>
    </dgm:pt>
    <dgm:pt modelId="{216E71B6-DC10-4127-99B3-85776D95202F}" type="pres">
      <dgm:prSet presAssocID="{6CB20F4E-D5EA-44ED-B3CC-77594BA94AAC}" presName="conn2-1" presStyleLbl="parChTrans1D3" presStyleIdx="0" presStyleCnt="8"/>
      <dgm:spPr/>
    </dgm:pt>
    <dgm:pt modelId="{0C5651E5-69D1-4FB5-8AE3-163D788A123B}" type="pres">
      <dgm:prSet presAssocID="{6CB20F4E-D5EA-44ED-B3CC-77594BA94AAC}" presName="connTx" presStyleLbl="parChTrans1D3" presStyleIdx="0" presStyleCnt="8"/>
      <dgm:spPr/>
    </dgm:pt>
    <dgm:pt modelId="{6E85D88B-B0A1-4C5A-A583-70E736D0B315}" type="pres">
      <dgm:prSet presAssocID="{8A3D6CDF-7690-4826-A364-352808347876}" presName="root2" presStyleCnt="0"/>
      <dgm:spPr/>
    </dgm:pt>
    <dgm:pt modelId="{27D958FE-776E-44A4-B71C-C0A5EFE17A58}" type="pres">
      <dgm:prSet presAssocID="{8A3D6CDF-7690-4826-A364-352808347876}" presName="LevelTwoTextNode" presStyleLbl="node3" presStyleIdx="0" presStyleCnt="8">
        <dgm:presLayoutVars>
          <dgm:chPref val="3"/>
        </dgm:presLayoutVars>
      </dgm:prSet>
      <dgm:spPr/>
    </dgm:pt>
    <dgm:pt modelId="{B6AB17C9-43EA-4643-8C81-E304769A3BA6}" type="pres">
      <dgm:prSet presAssocID="{8A3D6CDF-7690-4826-A364-352808347876}" presName="level3hierChild" presStyleCnt="0"/>
      <dgm:spPr/>
    </dgm:pt>
    <dgm:pt modelId="{6A335683-CC60-4422-A54A-48F35A405C29}" type="pres">
      <dgm:prSet presAssocID="{C4CF4CC3-7620-4090-A172-DBEB8FBF58AC}" presName="conn2-1" presStyleLbl="parChTrans1D3" presStyleIdx="1" presStyleCnt="8"/>
      <dgm:spPr/>
    </dgm:pt>
    <dgm:pt modelId="{D2A13FFA-D896-4D2B-AA0A-A1DE174F4540}" type="pres">
      <dgm:prSet presAssocID="{C4CF4CC3-7620-4090-A172-DBEB8FBF58AC}" presName="connTx" presStyleLbl="parChTrans1D3" presStyleIdx="1" presStyleCnt="8"/>
      <dgm:spPr/>
    </dgm:pt>
    <dgm:pt modelId="{BB251039-14E9-4572-BDC9-AC868438A7D3}" type="pres">
      <dgm:prSet presAssocID="{25E02449-B8A1-4A80-8A50-ED23633B28CD}" presName="root2" presStyleCnt="0"/>
      <dgm:spPr/>
    </dgm:pt>
    <dgm:pt modelId="{11CBA742-AD2E-495A-BBD3-C15587DE31E5}" type="pres">
      <dgm:prSet presAssocID="{25E02449-B8A1-4A80-8A50-ED23633B28CD}" presName="LevelTwoTextNode" presStyleLbl="node3" presStyleIdx="1" presStyleCnt="8">
        <dgm:presLayoutVars>
          <dgm:chPref val="3"/>
        </dgm:presLayoutVars>
      </dgm:prSet>
      <dgm:spPr/>
    </dgm:pt>
    <dgm:pt modelId="{C32C57C3-305A-4E3B-851A-18B5F328F182}" type="pres">
      <dgm:prSet presAssocID="{25E02449-B8A1-4A80-8A50-ED23633B28CD}" presName="level3hierChild" presStyleCnt="0"/>
      <dgm:spPr/>
    </dgm:pt>
    <dgm:pt modelId="{1CC92773-1711-4DAD-B061-A514E4F59D72}" type="pres">
      <dgm:prSet presAssocID="{FAC07D21-253A-422A-915F-DA7976BF5660}" presName="conn2-1" presStyleLbl="parChTrans1D4" presStyleIdx="0" presStyleCnt="9"/>
      <dgm:spPr/>
    </dgm:pt>
    <dgm:pt modelId="{415A2C38-96ED-42FC-A2B1-3F538ABEAE29}" type="pres">
      <dgm:prSet presAssocID="{FAC07D21-253A-422A-915F-DA7976BF5660}" presName="connTx" presStyleLbl="parChTrans1D4" presStyleIdx="0" presStyleCnt="9"/>
      <dgm:spPr/>
    </dgm:pt>
    <dgm:pt modelId="{2EADD8D5-9BB6-446B-8869-58EA391F04AB}" type="pres">
      <dgm:prSet presAssocID="{CA94ED39-50F8-4396-8A1D-35111CC2EA47}" presName="root2" presStyleCnt="0"/>
      <dgm:spPr/>
    </dgm:pt>
    <dgm:pt modelId="{B78D2E4F-63BA-4ED8-93D8-195D1EC0E608}" type="pres">
      <dgm:prSet presAssocID="{CA94ED39-50F8-4396-8A1D-35111CC2EA47}" presName="LevelTwoTextNode" presStyleLbl="node4" presStyleIdx="0" presStyleCnt="9">
        <dgm:presLayoutVars>
          <dgm:chPref val="3"/>
        </dgm:presLayoutVars>
      </dgm:prSet>
      <dgm:spPr/>
    </dgm:pt>
    <dgm:pt modelId="{32795473-2DB3-44EB-8103-4355E7643B24}" type="pres">
      <dgm:prSet presAssocID="{CA94ED39-50F8-4396-8A1D-35111CC2EA47}" presName="level3hierChild" presStyleCnt="0"/>
      <dgm:spPr/>
    </dgm:pt>
    <dgm:pt modelId="{547368D9-1D78-4A55-B2C6-9EE5BE53C406}" type="pres">
      <dgm:prSet presAssocID="{50E7590B-A5D3-43A5-892D-1E27095B1ADE}" presName="conn2-1" presStyleLbl="parChTrans1D4" presStyleIdx="1" presStyleCnt="9"/>
      <dgm:spPr/>
    </dgm:pt>
    <dgm:pt modelId="{03FADC53-12F8-4E43-8801-512150643750}" type="pres">
      <dgm:prSet presAssocID="{50E7590B-A5D3-43A5-892D-1E27095B1ADE}" presName="connTx" presStyleLbl="parChTrans1D4" presStyleIdx="1" presStyleCnt="9"/>
      <dgm:spPr/>
    </dgm:pt>
    <dgm:pt modelId="{14A685D2-2A2B-425B-9DA4-E0440236B836}" type="pres">
      <dgm:prSet presAssocID="{8D2F5B71-44E1-4533-93D5-62AF39B4FE02}" presName="root2" presStyleCnt="0"/>
      <dgm:spPr/>
    </dgm:pt>
    <dgm:pt modelId="{67B23E9E-7018-4D5E-AAE0-93C3C6B64C4E}" type="pres">
      <dgm:prSet presAssocID="{8D2F5B71-44E1-4533-93D5-62AF39B4FE02}" presName="LevelTwoTextNode" presStyleLbl="node4" presStyleIdx="1" presStyleCnt="9">
        <dgm:presLayoutVars>
          <dgm:chPref val="3"/>
        </dgm:presLayoutVars>
      </dgm:prSet>
      <dgm:spPr/>
    </dgm:pt>
    <dgm:pt modelId="{84DDCC1E-1844-4759-A184-44F016C4F251}" type="pres">
      <dgm:prSet presAssocID="{8D2F5B71-44E1-4533-93D5-62AF39B4FE02}" presName="level3hierChild" presStyleCnt="0"/>
      <dgm:spPr/>
    </dgm:pt>
    <dgm:pt modelId="{D1BBB13F-EABC-4C9A-B4F1-104BE6E868F6}" type="pres">
      <dgm:prSet presAssocID="{2FEA732E-A64D-4205-8141-6AD889E2DE44}" presName="conn2-1" presStyleLbl="parChTrans1D4" presStyleIdx="2" presStyleCnt="9"/>
      <dgm:spPr/>
    </dgm:pt>
    <dgm:pt modelId="{E68EC500-EBEA-4648-BD7A-117766D86378}" type="pres">
      <dgm:prSet presAssocID="{2FEA732E-A64D-4205-8141-6AD889E2DE44}" presName="connTx" presStyleLbl="parChTrans1D4" presStyleIdx="2" presStyleCnt="9"/>
      <dgm:spPr/>
    </dgm:pt>
    <dgm:pt modelId="{86BE2515-E9E7-419A-9878-A4BF9BF0148F}" type="pres">
      <dgm:prSet presAssocID="{39C66FE7-3819-4AE8-98D4-491B0D665052}" presName="root2" presStyleCnt="0"/>
      <dgm:spPr/>
    </dgm:pt>
    <dgm:pt modelId="{90E38274-9DEA-43F4-A5B3-23AC55155D44}" type="pres">
      <dgm:prSet presAssocID="{39C66FE7-3819-4AE8-98D4-491B0D665052}" presName="LevelTwoTextNode" presStyleLbl="node4" presStyleIdx="2" presStyleCnt="9">
        <dgm:presLayoutVars>
          <dgm:chPref val="3"/>
        </dgm:presLayoutVars>
      </dgm:prSet>
      <dgm:spPr/>
    </dgm:pt>
    <dgm:pt modelId="{00EB763B-0F0D-4375-881E-4FABFD305262}" type="pres">
      <dgm:prSet presAssocID="{39C66FE7-3819-4AE8-98D4-491B0D665052}" presName="level3hierChild" presStyleCnt="0"/>
      <dgm:spPr/>
    </dgm:pt>
    <dgm:pt modelId="{0879A5EA-341A-4CCE-9EF5-C7604B12E099}" type="pres">
      <dgm:prSet presAssocID="{8F4E8F3A-F9FB-458F-9D1B-AFCD4429F3F4}" presName="conn2-1" presStyleLbl="parChTrans1D2" presStyleIdx="1" presStyleCnt="4"/>
      <dgm:spPr/>
    </dgm:pt>
    <dgm:pt modelId="{0656D513-FE3F-48F6-9D78-542B5F73060A}" type="pres">
      <dgm:prSet presAssocID="{8F4E8F3A-F9FB-458F-9D1B-AFCD4429F3F4}" presName="connTx" presStyleLbl="parChTrans1D2" presStyleIdx="1" presStyleCnt="4"/>
      <dgm:spPr/>
    </dgm:pt>
    <dgm:pt modelId="{C5187132-56C0-44F5-BF11-116FD0E170D5}" type="pres">
      <dgm:prSet presAssocID="{6AA68B4B-3930-4E53-89C9-45C358BE88AA}" presName="root2" presStyleCnt="0"/>
      <dgm:spPr/>
    </dgm:pt>
    <dgm:pt modelId="{08DC7AA3-6C35-4637-9CC2-BEDF5302C5A2}" type="pres">
      <dgm:prSet presAssocID="{6AA68B4B-3930-4E53-89C9-45C358BE88AA}" presName="LevelTwoTextNode" presStyleLbl="node2" presStyleIdx="1" presStyleCnt="4">
        <dgm:presLayoutVars>
          <dgm:chPref val="3"/>
        </dgm:presLayoutVars>
      </dgm:prSet>
      <dgm:spPr/>
    </dgm:pt>
    <dgm:pt modelId="{C320171A-1B5A-46FB-9494-3BE23CCCFDA6}" type="pres">
      <dgm:prSet presAssocID="{6AA68B4B-3930-4E53-89C9-45C358BE88AA}" presName="level3hierChild" presStyleCnt="0"/>
      <dgm:spPr/>
    </dgm:pt>
    <dgm:pt modelId="{316AB5A7-331A-4A36-8404-B0239E398995}" type="pres">
      <dgm:prSet presAssocID="{14D83068-2280-4ACD-AC0C-8927A63F676A}" presName="conn2-1" presStyleLbl="parChTrans1D3" presStyleIdx="2" presStyleCnt="8"/>
      <dgm:spPr/>
    </dgm:pt>
    <dgm:pt modelId="{EFAFF9C4-72D6-4881-AAD6-9B1D444B7A0A}" type="pres">
      <dgm:prSet presAssocID="{14D83068-2280-4ACD-AC0C-8927A63F676A}" presName="connTx" presStyleLbl="parChTrans1D3" presStyleIdx="2" presStyleCnt="8"/>
      <dgm:spPr/>
    </dgm:pt>
    <dgm:pt modelId="{02FCA0EF-B8B4-412C-9B92-DE0D26A8EC34}" type="pres">
      <dgm:prSet presAssocID="{0E56F9BC-D18A-4F26-A5F4-FFACB779171F}" presName="root2" presStyleCnt="0"/>
      <dgm:spPr/>
    </dgm:pt>
    <dgm:pt modelId="{BB7EE086-C8DF-42AB-BD78-D6651A6B07BB}" type="pres">
      <dgm:prSet presAssocID="{0E56F9BC-D18A-4F26-A5F4-FFACB779171F}" presName="LevelTwoTextNode" presStyleLbl="node3" presStyleIdx="2" presStyleCnt="8">
        <dgm:presLayoutVars>
          <dgm:chPref val="3"/>
        </dgm:presLayoutVars>
      </dgm:prSet>
      <dgm:spPr/>
    </dgm:pt>
    <dgm:pt modelId="{3CB1D33C-A39B-4B8A-9892-7884BC10D6F4}" type="pres">
      <dgm:prSet presAssocID="{0E56F9BC-D18A-4F26-A5F4-FFACB779171F}" presName="level3hierChild" presStyleCnt="0"/>
      <dgm:spPr/>
    </dgm:pt>
    <dgm:pt modelId="{CD49F241-BDEB-4914-8316-5622F53F57B1}" type="pres">
      <dgm:prSet presAssocID="{0EFBC6AA-B2D2-47C2-BA55-16D39A75EE30}" presName="conn2-1" presStyleLbl="parChTrans1D3" presStyleIdx="3" presStyleCnt="8"/>
      <dgm:spPr/>
    </dgm:pt>
    <dgm:pt modelId="{F9E1C393-E72A-4534-AE47-B2364ACBCF3C}" type="pres">
      <dgm:prSet presAssocID="{0EFBC6AA-B2D2-47C2-BA55-16D39A75EE30}" presName="connTx" presStyleLbl="parChTrans1D3" presStyleIdx="3" presStyleCnt="8"/>
      <dgm:spPr/>
    </dgm:pt>
    <dgm:pt modelId="{F85804AC-DCC5-424C-B39E-26D639AA6D78}" type="pres">
      <dgm:prSet presAssocID="{C9D43B65-C524-4C5A-8DAF-999869044E26}" presName="root2" presStyleCnt="0"/>
      <dgm:spPr/>
    </dgm:pt>
    <dgm:pt modelId="{BDC0A9A6-74E2-43CE-8376-6869C87F2576}" type="pres">
      <dgm:prSet presAssocID="{C9D43B65-C524-4C5A-8DAF-999869044E26}" presName="LevelTwoTextNode" presStyleLbl="node3" presStyleIdx="3" presStyleCnt="8">
        <dgm:presLayoutVars>
          <dgm:chPref val="3"/>
        </dgm:presLayoutVars>
      </dgm:prSet>
      <dgm:spPr/>
    </dgm:pt>
    <dgm:pt modelId="{AA1AA538-5429-49A6-9FD4-DF2AA22C706D}" type="pres">
      <dgm:prSet presAssocID="{C9D43B65-C524-4C5A-8DAF-999869044E26}" presName="level3hierChild" presStyleCnt="0"/>
      <dgm:spPr/>
    </dgm:pt>
    <dgm:pt modelId="{F3B1106A-628D-4BFA-A943-6CADFF563B85}" type="pres">
      <dgm:prSet presAssocID="{C79B2EE1-4CB7-448E-98FA-102E7EAA2D42}" presName="conn2-1" presStyleLbl="parChTrans1D4" presStyleIdx="3" presStyleCnt="9"/>
      <dgm:spPr/>
    </dgm:pt>
    <dgm:pt modelId="{8F48755D-84F6-4B6E-9A2F-928457E7F59E}" type="pres">
      <dgm:prSet presAssocID="{C79B2EE1-4CB7-448E-98FA-102E7EAA2D42}" presName="connTx" presStyleLbl="parChTrans1D4" presStyleIdx="3" presStyleCnt="9"/>
      <dgm:spPr/>
    </dgm:pt>
    <dgm:pt modelId="{FEB4A0FB-4B1C-4CCC-BD89-B356E5224AB6}" type="pres">
      <dgm:prSet presAssocID="{0D4879F1-E103-4C23-8364-08173F30CBC4}" presName="root2" presStyleCnt="0"/>
      <dgm:spPr/>
    </dgm:pt>
    <dgm:pt modelId="{B0F9D3F4-F323-4E65-85CA-3DE57E8FC770}" type="pres">
      <dgm:prSet presAssocID="{0D4879F1-E103-4C23-8364-08173F30CBC4}" presName="LevelTwoTextNode" presStyleLbl="node4" presStyleIdx="3" presStyleCnt="9">
        <dgm:presLayoutVars>
          <dgm:chPref val="3"/>
        </dgm:presLayoutVars>
      </dgm:prSet>
      <dgm:spPr/>
    </dgm:pt>
    <dgm:pt modelId="{3A0A85A5-079A-40EB-BEB1-274EA0908E5E}" type="pres">
      <dgm:prSet presAssocID="{0D4879F1-E103-4C23-8364-08173F30CBC4}" presName="level3hierChild" presStyleCnt="0"/>
      <dgm:spPr/>
    </dgm:pt>
    <dgm:pt modelId="{90140F19-C40B-477D-AE8E-F9FE133A5C43}" type="pres">
      <dgm:prSet presAssocID="{F0B16070-94C3-4FC0-BC11-B80C3F63026F}" presName="conn2-1" presStyleLbl="parChTrans1D4" presStyleIdx="4" presStyleCnt="9"/>
      <dgm:spPr/>
    </dgm:pt>
    <dgm:pt modelId="{4779C6D8-E58C-4A73-9CAE-030C2A48BC77}" type="pres">
      <dgm:prSet presAssocID="{F0B16070-94C3-4FC0-BC11-B80C3F63026F}" presName="connTx" presStyleLbl="parChTrans1D4" presStyleIdx="4" presStyleCnt="9"/>
      <dgm:spPr/>
    </dgm:pt>
    <dgm:pt modelId="{5DB0133D-44D1-409A-89BB-0BC7218E054C}" type="pres">
      <dgm:prSet presAssocID="{602164DD-4E3A-45E0-BDF7-23D5A31C3433}" presName="root2" presStyleCnt="0"/>
      <dgm:spPr/>
    </dgm:pt>
    <dgm:pt modelId="{02FB09F3-00F1-4C54-9A5B-BC8EC6B89481}" type="pres">
      <dgm:prSet presAssocID="{602164DD-4E3A-45E0-BDF7-23D5A31C3433}" presName="LevelTwoTextNode" presStyleLbl="node4" presStyleIdx="4" presStyleCnt="9">
        <dgm:presLayoutVars>
          <dgm:chPref val="3"/>
        </dgm:presLayoutVars>
      </dgm:prSet>
      <dgm:spPr/>
    </dgm:pt>
    <dgm:pt modelId="{634BF7D4-E3D3-499C-AA5D-C329B16C520A}" type="pres">
      <dgm:prSet presAssocID="{602164DD-4E3A-45E0-BDF7-23D5A31C3433}" presName="level3hierChild" presStyleCnt="0"/>
      <dgm:spPr/>
    </dgm:pt>
    <dgm:pt modelId="{579AA1AB-B692-4CB6-A6C2-461468BBDBF2}" type="pres">
      <dgm:prSet presAssocID="{464EBB42-2087-4394-82DB-960CE2427D50}" presName="conn2-1" presStyleLbl="parChTrans1D4" presStyleIdx="5" presStyleCnt="9"/>
      <dgm:spPr/>
    </dgm:pt>
    <dgm:pt modelId="{3BA41C13-97BB-499F-A41C-1D44688F2831}" type="pres">
      <dgm:prSet presAssocID="{464EBB42-2087-4394-82DB-960CE2427D50}" presName="connTx" presStyleLbl="parChTrans1D4" presStyleIdx="5" presStyleCnt="9"/>
      <dgm:spPr/>
    </dgm:pt>
    <dgm:pt modelId="{90838B83-4183-46B7-A34D-75AE5DBEBBBB}" type="pres">
      <dgm:prSet presAssocID="{669848CD-FB3B-450F-B162-B1C0BD2C8EB8}" presName="root2" presStyleCnt="0"/>
      <dgm:spPr/>
    </dgm:pt>
    <dgm:pt modelId="{F0C612F1-36DC-4E19-90D3-E4D63F9F09D0}" type="pres">
      <dgm:prSet presAssocID="{669848CD-FB3B-450F-B162-B1C0BD2C8EB8}" presName="LevelTwoTextNode" presStyleLbl="node4" presStyleIdx="5" presStyleCnt="9">
        <dgm:presLayoutVars>
          <dgm:chPref val="3"/>
        </dgm:presLayoutVars>
      </dgm:prSet>
      <dgm:spPr/>
    </dgm:pt>
    <dgm:pt modelId="{311DE5C8-2AD7-4E99-A5CB-137BFBF55690}" type="pres">
      <dgm:prSet presAssocID="{669848CD-FB3B-450F-B162-B1C0BD2C8EB8}" presName="level3hierChild" presStyleCnt="0"/>
      <dgm:spPr/>
    </dgm:pt>
    <dgm:pt modelId="{88F0BF0F-57ED-489C-91BE-BEEE63625C27}" type="pres">
      <dgm:prSet presAssocID="{215E8524-8069-40AD-AC14-12F9F3FD2D1B}" presName="conn2-1" presStyleLbl="parChTrans1D2" presStyleIdx="2" presStyleCnt="4"/>
      <dgm:spPr/>
    </dgm:pt>
    <dgm:pt modelId="{AE7EE89C-24C6-46BC-9090-B104F38EBC65}" type="pres">
      <dgm:prSet presAssocID="{215E8524-8069-40AD-AC14-12F9F3FD2D1B}" presName="connTx" presStyleLbl="parChTrans1D2" presStyleIdx="2" presStyleCnt="4"/>
      <dgm:spPr/>
    </dgm:pt>
    <dgm:pt modelId="{C4C55367-4F32-4A19-A9BB-A34F4F683A24}" type="pres">
      <dgm:prSet presAssocID="{D1366D97-0F66-45A5-A853-E4DC74897E9D}" presName="root2" presStyleCnt="0"/>
      <dgm:spPr/>
    </dgm:pt>
    <dgm:pt modelId="{C941512D-1310-4565-B7CE-9B13C22558D7}" type="pres">
      <dgm:prSet presAssocID="{D1366D97-0F66-45A5-A853-E4DC74897E9D}" presName="LevelTwoTextNode" presStyleLbl="node2" presStyleIdx="2" presStyleCnt="4">
        <dgm:presLayoutVars>
          <dgm:chPref val="3"/>
        </dgm:presLayoutVars>
      </dgm:prSet>
      <dgm:spPr/>
    </dgm:pt>
    <dgm:pt modelId="{72CC418C-DA72-4F96-BDA9-C93E34964114}" type="pres">
      <dgm:prSet presAssocID="{D1366D97-0F66-45A5-A853-E4DC74897E9D}" presName="level3hierChild" presStyleCnt="0"/>
      <dgm:spPr/>
    </dgm:pt>
    <dgm:pt modelId="{EC89C71B-1776-401F-BC2A-95A1D3068484}" type="pres">
      <dgm:prSet presAssocID="{41D8A466-E61C-4565-84A5-5F53B41C402E}" presName="conn2-1" presStyleLbl="parChTrans1D3" presStyleIdx="4" presStyleCnt="8"/>
      <dgm:spPr/>
    </dgm:pt>
    <dgm:pt modelId="{6C00C079-03E9-4DA4-898B-FB038C9D9099}" type="pres">
      <dgm:prSet presAssocID="{41D8A466-E61C-4565-84A5-5F53B41C402E}" presName="connTx" presStyleLbl="parChTrans1D3" presStyleIdx="4" presStyleCnt="8"/>
      <dgm:spPr/>
    </dgm:pt>
    <dgm:pt modelId="{284A60E2-E00C-4692-BBBD-C3CE3FE1B72F}" type="pres">
      <dgm:prSet presAssocID="{DAB1D4D9-37FF-44F2-8C49-81E391800739}" presName="root2" presStyleCnt="0"/>
      <dgm:spPr/>
    </dgm:pt>
    <dgm:pt modelId="{2076F930-5155-4E4F-A236-CC2FBB46E8AF}" type="pres">
      <dgm:prSet presAssocID="{DAB1D4D9-37FF-44F2-8C49-81E391800739}" presName="LevelTwoTextNode" presStyleLbl="node3" presStyleIdx="4" presStyleCnt="8">
        <dgm:presLayoutVars>
          <dgm:chPref val="3"/>
        </dgm:presLayoutVars>
      </dgm:prSet>
      <dgm:spPr/>
    </dgm:pt>
    <dgm:pt modelId="{FE46C910-8EEA-4F8A-B2A8-FA8E343CA785}" type="pres">
      <dgm:prSet presAssocID="{DAB1D4D9-37FF-44F2-8C49-81E391800739}" presName="level3hierChild" presStyleCnt="0"/>
      <dgm:spPr/>
    </dgm:pt>
    <dgm:pt modelId="{1F0AA165-0C6F-41DA-9FF7-333E1AACBE18}" type="pres">
      <dgm:prSet presAssocID="{FEFAFC3A-8512-4EF9-9C9C-B1BF607DAF5C}" presName="conn2-1" presStyleLbl="parChTrans1D3" presStyleIdx="5" presStyleCnt="8"/>
      <dgm:spPr/>
    </dgm:pt>
    <dgm:pt modelId="{B7ED8091-5126-4F3E-9594-58CC0B3CDBCA}" type="pres">
      <dgm:prSet presAssocID="{FEFAFC3A-8512-4EF9-9C9C-B1BF607DAF5C}" presName="connTx" presStyleLbl="parChTrans1D3" presStyleIdx="5" presStyleCnt="8"/>
      <dgm:spPr/>
    </dgm:pt>
    <dgm:pt modelId="{8BEDCD7A-F920-4506-8E96-243E4A276924}" type="pres">
      <dgm:prSet presAssocID="{6EB163FE-AC5A-47B4-9459-0621CF099A82}" presName="root2" presStyleCnt="0"/>
      <dgm:spPr/>
    </dgm:pt>
    <dgm:pt modelId="{24319C1F-4893-4523-9A3F-B427B657ED0F}" type="pres">
      <dgm:prSet presAssocID="{6EB163FE-AC5A-47B4-9459-0621CF099A82}" presName="LevelTwoTextNode" presStyleLbl="node3" presStyleIdx="5" presStyleCnt="8">
        <dgm:presLayoutVars>
          <dgm:chPref val="3"/>
        </dgm:presLayoutVars>
      </dgm:prSet>
      <dgm:spPr/>
    </dgm:pt>
    <dgm:pt modelId="{F959306E-1E86-4B39-8E22-03FF76DDDB08}" type="pres">
      <dgm:prSet presAssocID="{6EB163FE-AC5A-47B4-9459-0621CF099A82}" presName="level3hierChild" presStyleCnt="0"/>
      <dgm:spPr/>
    </dgm:pt>
    <dgm:pt modelId="{91B63E10-81B8-4AD1-B121-B27C5355C3FE}" type="pres">
      <dgm:prSet presAssocID="{82E91201-E65D-406C-BBB0-AA75FE6AA3E7}" presName="conn2-1" presStyleLbl="parChTrans1D4" presStyleIdx="6" presStyleCnt="9"/>
      <dgm:spPr/>
    </dgm:pt>
    <dgm:pt modelId="{46EBCB0B-DB1D-41D0-A7FE-F440BE1CE20F}" type="pres">
      <dgm:prSet presAssocID="{82E91201-E65D-406C-BBB0-AA75FE6AA3E7}" presName="connTx" presStyleLbl="parChTrans1D4" presStyleIdx="6" presStyleCnt="9"/>
      <dgm:spPr/>
    </dgm:pt>
    <dgm:pt modelId="{9FA6C146-3DED-4102-8115-47CB3C94EBE2}" type="pres">
      <dgm:prSet presAssocID="{64999DF2-DB8B-4CFF-84BF-737A3B0EAF99}" presName="root2" presStyleCnt="0"/>
      <dgm:spPr/>
    </dgm:pt>
    <dgm:pt modelId="{04974A44-5C66-4038-939D-6597D280AFA2}" type="pres">
      <dgm:prSet presAssocID="{64999DF2-DB8B-4CFF-84BF-737A3B0EAF99}" presName="LevelTwoTextNode" presStyleLbl="node4" presStyleIdx="6" presStyleCnt="9">
        <dgm:presLayoutVars>
          <dgm:chPref val="3"/>
        </dgm:presLayoutVars>
      </dgm:prSet>
      <dgm:spPr/>
    </dgm:pt>
    <dgm:pt modelId="{0A2A57B9-C627-4104-8674-57CC9A870C94}" type="pres">
      <dgm:prSet presAssocID="{64999DF2-DB8B-4CFF-84BF-737A3B0EAF99}" presName="level3hierChild" presStyleCnt="0"/>
      <dgm:spPr/>
    </dgm:pt>
    <dgm:pt modelId="{667A88CD-225B-4985-A31B-3B9F010F7DBE}" type="pres">
      <dgm:prSet presAssocID="{40B9CD91-86FA-4040-B247-467A6D99E60C}" presName="conn2-1" presStyleLbl="parChTrans1D4" presStyleIdx="7" presStyleCnt="9"/>
      <dgm:spPr/>
    </dgm:pt>
    <dgm:pt modelId="{279DE4B0-5C64-4FF3-9FAD-0D8DE7F4CAB5}" type="pres">
      <dgm:prSet presAssocID="{40B9CD91-86FA-4040-B247-467A6D99E60C}" presName="connTx" presStyleLbl="parChTrans1D4" presStyleIdx="7" presStyleCnt="9"/>
      <dgm:spPr/>
    </dgm:pt>
    <dgm:pt modelId="{4B8A3487-393A-4C0F-9B9F-61384DFB67B7}" type="pres">
      <dgm:prSet presAssocID="{B8DFD870-DE56-4AE7-BFED-767EFFC18FFE}" presName="root2" presStyleCnt="0"/>
      <dgm:spPr/>
    </dgm:pt>
    <dgm:pt modelId="{45C3FCFF-78FC-4CA9-8ADB-E72F8D716C8F}" type="pres">
      <dgm:prSet presAssocID="{B8DFD870-DE56-4AE7-BFED-767EFFC18FFE}" presName="LevelTwoTextNode" presStyleLbl="node4" presStyleIdx="7" presStyleCnt="9">
        <dgm:presLayoutVars>
          <dgm:chPref val="3"/>
        </dgm:presLayoutVars>
      </dgm:prSet>
      <dgm:spPr/>
    </dgm:pt>
    <dgm:pt modelId="{2FD9AAE8-B2D5-48E9-AE4C-AFCFF89F0315}" type="pres">
      <dgm:prSet presAssocID="{B8DFD870-DE56-4AE7-BFED-767EFFC18FFE}" presName="level3hierChild" presStyleCnt="0"/>
      <dgm:spPr/>
    </dgm:pt>
    <dgm:pt modelId="{123D4FE1-6CAC-4A03-AAB1-835BA160FD72}" type="pres">
      <dgm:prSet presAssocID="{0B16A837-95F1-4182-9E92-91E31A7604A9}" presName="conn2-1" presStyleLbl="parChTrans1D4" presStyleIdx="8" presStyleCnt="9"/>
      <dgm:spPr/>
    </dgm:pt>
    <dgm:pt modelId="{F051123E-8CF5-4D23-81FA-80BF94CABE06}" type="pres">
      <dgm:prSet presAssocID="{0B16A837-95F1-4182-9E92-91E31A7604A9}" presName="connTx" presStyleLbl="parChTrans1D4" presStyleIdx="8" presStyleCnt="9"/>
      <dgm:spPr/>
    </dgm:pt>
    <dgm:pt modelId="{AD059E4D-AF40-4414-B113-91EF061C61BB}" type="pres">
      <dgm:prSet presAssocID="{0205DD06-4417-411F-86EC-63B633F90580}" presName="root2" presStyleCnt="0"/>
      <dgm:spPr/>
    </dgm:pt>
    <dgm:pt modelId="{89743709-18AA-42E3-9241-DCFC3F3FD8B9}" type="pres">
      <dgm:prSet presAssocID="{0205DD06-4417-411F-86EC-63B633F90580}" presName="LevelTwoTextNode" presStyleLbl="node4" presStyleIdx="8" presStyleCnt="9">
        <dgm:presLayoutVars>
          <dgm:chPref val="3"/>
        </dgm:presLayoutVars>
      </dgm:prSet>
      <dgm:spPr/>
    </dgm:pt>
    <dgm:pt modelId="{B7EF508D-6A02-447B-80CE-FCCB7B98FA20}" type="pres">
      <dgm:prSet presAssocID="{0205DD06-4417-411F-86EC-63B633F90580}" presName="level3hierChild" presStyleCnt="0"/>
      <dgm:spPr/>
    </dgm:pt>
    <dgm:pt modelId="{D250348E-A230-4ABC-AC37-BB3FFD6C1784}" type="pres">
      <dgm:prSet presAssocID="{B1A9C303-31E4-47DE-98A7-A5EAB4523B16}" presName="conn2-1" presStyleLbl="parChTrans1D2" presStyleIdx="3" presStyleCnt="4"/>
      <dgm:spPr/>
    </dgm:pt>
    <dgm:pt modelId="{B8B7B82E-DDB7-47E4-B13F-D776A0FA6113}" type="pres">
      <dgm:prSet presAssocID="{B1A9C303-31E4-47DE-98A7-A5EAB4523B16}" presName="connTx" presStyleLbl="parChTrans1D2" presStyleIdx="3" presStyleCnt="4"/>
      <dgm:spPr/>
    </dgm:pt>
    <dgm:pt modelId="{45D24DD7-A19F-45D4-AEFD-C8052782897E}" type="pres">
      <dgm:prSet presAssocID="{CC253A8A-D03A-4E90-9AEF-653394DFE363}" presName="root2" presStyleCnt="0"/>
      <dgm:spPr/>
    </dgm:pt>
    <dgm:pt modelId="{99B51EAC-1A13-4FAA-9A35-7E918186D956}" type="pres">
      <dgm:prSet presAssocID="{CC253A8A-D03A-4E90-9AEF-653394DFE363}" presName="LevelTwoTextNode" presStyleLbl="node2" presStyleIdx="3" presStyleCnt="4">
        <dgm:presLayoutVars>
          <dgm:chPref val="3"/>
        </dgm:presLayoutVars>
      </dgm:prSet>
      <dgm:spPr/>
    </dgm:pt>
    <dgm:pt modelId="{4F5ACA55-3E76-4AC5-BD0B-E6D266B0B2D4}" type="pres">
      <dgm:prSet presAssocID="{CC253A8A-D03A-4E90-9AEF-653394DFE363}" presName="level3hierChild" presStyleCnt="0"/>
      <dgm:spPr/>
    </dgm:pt>
    <dgm:pt modelId="{5FC12573-8FFC-4FF6-A4A9-FCCA6EABC74E}" type="pres">
      <dgm:prSet presAssocID="{29B1FAF6-0919-4A12-8ACC-F7BD2F45044A}" presName="conn2-1" presStyleLbl="parChTrans1D3" presStyleIdx="6" presStyleCnt="8"/>
      <dgm:spPr/>
    </dgm:pt>
    <dgm:pt modelId="{2819F098-720E-4DA9-BEF0-CA0A36BC54AB}" type="pres">
      <dgm:prSet presAssocID="{29B1FAF6-0919-4A12-8ACC-F7BD2F45044A}" presName="connTx" presStyleLbl="parChTrans1D3" presStyleIdx="6" presStyleCnt="8"/>
      <dgm:spPr/>
    </dgm:pt>
    <dgm:pt modelId="{C7116AB6-A70D-4D02-92EC-4507BEAB5CAB}" type="pres">
      <dgm:prSet presAssocID="{D43F8309-A4DF-45CA-83F7-47DA02540871}" presName="root2" presStyleCnt="0"/>
      <dgm:spPr/>
    </dgm:pt>
    <dgm:pt modelId="{598D9E17-8B79-4692-AA4E-25C36097ECE0}" type="pres">
      <dgm:prSet presAssocID="{D43F8309-A4DF-45CA-83F7-47DA02540871}" presName="LevelTwoTextNode" presStyleLbl="node3" presStyleIdx="6" presStyleCnt="8">
        <dgm:presLayoutVars>
          <dgm:chPref val="3"/>
        </dgm:presLayoutVars>
      </dgm:prSet>
      <dgm:spPr/>
    </dgm:pt>
    <dgm:pt modelId="{7677D38B-C603-4EDE-A0D0-68242C87DE83}" type="pres">
      <dgm:prSet presAssocID="{D43F8309-A4DF-45CA-83F7-47DA02540871}" presName="level3hierChild" presStyleCnt="0"/>
      <dgm:spPr/>
    </dgm:pt>
    <dgm:pt modelId="{A5629800-748B-4B9E-8D36-DB0A569FF20E}" type="pres">
      <dgm:prSet presAssocID="{299F2308-3644-4094-9CA5-0EC87281B75B}" presName="conn2-1" presStyleLbl="parChTrans1D3" presStyleIdx="7" presStyleCnt="8"/>
      <dgm:spPr/>
    </dgm:pt>
    <dgm:pt modelId="{D4575E84-FD0D-4579-803D-B9A77FE1B477}" type="pres">
      <dgm:prSet presAssocID="{299F2308-3644-4094-9CA5-0EC87281B75B}" presName="connTx" presStyleLbl="parChTrans1D3" presStyleIdx="7" presStyleCnt="8"/>
      <dgm:spPr/>
    </dgm:pt>
    <dgm:pt modelId="{E5AB2D54-EFA2-433A-9593-BFFE08725987}" type="pres">
      <dgm:prSet presAssocID="{0C2B904C-4D7A-4840-8076-0404329B7A2A}" presName="root2" presStyleCnt="0"/>
      <dgm:spPr/>
    </dgm:pt>
    <dgm:pt modelId="{73784C37-0DE1-43EF-B805-C6A4C98A6C4D}" type="pres">
      <dgm:prSet presAssocID="{0C2B904C-4D7A-4840-8076-0404329B7A2A}" presName="LevelTwoTextNode" presStyleLbl="node3" presStyleIdx="7" presStyleCnt="8">
        <dgm:presLayoutVars>
          <dgm:chPref val="3"/>
        </dgm:presLayoutVars>
      </dgm:prSet>
      <dgm:spPr/>
    </dgm:pt>
    <dgm:pt modelId="{E6774C5B-CDA2-4367-92C8-DF212480C066}" type="pres">
      <dgm:prSet presAssocID="{0C2B904C-4D7A-4840-8076-0404329B7A2A}" presName="level3hierChild" presStyleCnt="0"/>
      <dgm:spPr/>
    </dgm:pt>
  </dgm:ptLst>
  <dgm:cxnLst>
    <dgm:cxn modelId="{D69B9C04-9C3E-49F5-A72A-35FCED8C0516}" type="presOf" srcId="{F4610E2B-BFA6-4CC4-812D-F19D11C8ED0D}" destId="{E1112BA9-6574-4D81-8E3D-80288C722495}" srcOrd="0" destOrd="0" presId="urn:microsoft.com/office/officeart/2005/8/layout/hierarchy2"/>
    <dgm:cxn modelId="{555DE207-0032-4621-A846-BAF67B9ABCBC}" type="presOf" srcId="{FAC07D21-253A-422A-915F-DA7976BF5660}" destId="{415A2C38-96ED-42FC-A2B1-3F538ABEAE29}" srcOrd="1" destOrd="0" presId="urn:microsoft.com/office/officeart/2005/8/layout/hierarchy2"/>
    <dgm:cxn modelId="{307B6C0C-F393-469D-9E3A-BBC9EF4FE682}" type="presOf" srcId="{C4CF4CC3-7620-4090-A172-DBEB8FBF58AC}" destId="{6A335683-CC60-4422-A54A-48F35A405C29}" srcOrd="0" destOrd="0" presId="urn:microsoft.com/office/officeart/2005/8/layout/hierarchy2"/>
    <dgm:cxn modelId="{7631C60C-C9FB-4128-AA6B-14C7BC85BD16}" srcId="{F4610E2B-BFA6-4CC4-812D-F19D11C8ED0D}" destId="{8A3D6CDF-7690-4826-A364-352808347876}" srcOrd="0" destOrd="0" parTransId="{6CB20F4E-D5EA-44ED-B3CC-77594BA94AAC}" sibTransId="{88800DF1-4C83-452D-8490-B828E8E14482}"/>
    <dgm:cxn modelId="{63202E0E-64B7-435F-9A8B-4A864757A6BE}" type="presOf" srcId="{25E02449-B8A1-4A80-8A50-ED23633B28CD}" destId="{11CBA742-AD2E-495A-BBD3-C15587DE31E5}" srcOrd="0" destOrd="0" presId="urn:microsoft.com/office/officeart/2005/8/layout/hierarchy2"/>
    <dgm:cxn modelId="{C1DD8A0E-A592-42FE-9178-196CE1BC71CC}" type="presOf" srcId="{C79B2EE1-4CB7-448E-98FA-102E7EAA2D42}" destId="{F3B1106A-628D-4BFA-A943-6CADFF563B85}" srcOrd="0" destOrd="0" presId="urn:microsoft.com/office/officeart/2005/8/layout/hierarchy2"/>
    <dgm:cxn modelId="{5915AC14-0BA4-4708-A5BC-51CDF8DC7BA3}" type="presOf" srcId="{39C66FE7-3819-4AE8-98D4-491B0D665052}" destId="{90E38274-9DEA-43F4-A5B3-23AC55155D44}" srcOrd="0" destOrd="0" presId="urn:microsoft.com/office/officeart/2005/8/layout/hierarchy2"/>
    <dgm:cxn modelId="{460D5916-02B4-4988-8A65-4F3C4BB767E5}" srcId="{6AA68B4B-3930-4E53-89C9-45C358BE88AA}" destId="{0E56F9BC-D18A-4F26-A5F4-FFACB779171F}" srcOrd="0" destOrd="0" parTransId="{14D83068-2280-4ACD-AC0C-8927A63F676A}" sibTransId="{2442CCB2-5B78-4763-AA74-07B710604413}"/>
    <dgm:cxn modelId="{57F7E916-F102-4EED-99B6-2DEBE9CAFF3D}" type="presOf" srcId="{6CB20F4E-D5EA-44ED-B3CC-77594BA94AAC}" destId="{0C5651E5-69D1-4FB5-8AE3-163D788A123B}" srcOrd="1" destOrd="0" presId="urn:microsoft.com/office/officeart/2005/8/layout/hierarchy2"/>
    <dgm:cxn modelId="{D0CE4817-9251-4F91-9860-B6D8C004755F}" type="presOf" srcId="{40B9CD91-86FA-4040-B247-467A6D99E60C}" destId="{279DE4B0-5C64-4FF3-9FAD-0D8DE7F4CAB5}" srcOrd="1" destOrd="0" presId="urn:microsoft.com/office/officeart/2005/8/layout/hierarchy2"/>
    <dgm:cxn modelId="{3DC86221-FAE5-4C99-A1D4-0DE649FC5EC4}" srcId="{51336E6A-EF93-4E6E-A4D2-6A5D9B6F7E12}" destId="{CC253A8A-D03A-4E90-9AEF-653394DFE363}" srcOrd="3" destOrd="0" parTransId="{B1A9C303-31E4-47DE-98A7-A5EAB4523B16}" sibTransId="{C567868B-B499-4726-B75D-596A324A6451}"/>
    <dgm:cxn modelId="{14D65321-9AE7-4984-9FCB-A7D9A6919FAB}" srcId="{CC253A8A-D03A-4E90-9AEF-653394DFE363}" destId="{D43F8309-A4DF-45CA-83F7-47DA02540871}" srcOrd="0" destOrd="0" parTransId="{29B1FAF6-0919-4A12-8ACC-F7BD2F45044A}" sibTransId="{EDC1554E-B869-4C22-87F3-0E33924E3045}"/>
    <dgm:cxn modelId="{EE4A0E23-D31C-4540-9CD2-6F502A413E42}" type="presOf" srcId="{B1A9C303-31E4-47DE-98A7-A5EAB4523B16}" destId="{B8B7B82E-DDB7-47E4-B13F-D776A0FA6113}" srcOrd="1" destOrd="0" presId="urn:microsoft.com/office/officeart/2005/8/layout/hierarchy2"/>
    <dgm:cxn modelId="{945AD226-F8FB-4787-B492-FFDE90D08C9D}" type="presOf" srcId="{0D4879F1-E103-4C23-8364-08173F30CBC4}" destId="{B0F9D3F4-F323-4E65-85CA-3DE57E8FC770}" srcOrd="0" destOrd="0" presId="urn:microsoft.com/office/officeart/2005/8/layout/hierarchy2"/>
    <dgm:cxn modelId="{7FF9F028-5F59-4C86-AF35-3CBD709E2F43}" type="presOf" srcId="{0B16A837-95F1-4182-9E92-91E31A7604A9}" destId="{F051123E-8CF5-4D23-81FA-80BF94CABE06}" srcOrd="1" destOrd="0" presId="urn:microsoft.com/office/officeart/2005/8/layout/hierarchy2"/>
    <dgm:cxn modelId="{6E94D629-F909-42FC-8DB6-4514F30B9204}" srcId="{51336E6A-EF93-4E6E-A4D2-6A5D9B6F7E12}" destId="{D1366D97-0F66-45A5-A853-E4DC74897E9D}" srcOrd="2" destOrd="0" parTransId="{215E8524-8069-40AD-AC14-12F9F3FD2D1B}" sibTransId="{B66F121F-1CEF-44A1-A757-A94A643C0B19}"/>
    <dgm:cxn modelId="{FA6DB62D-00E3-40D7-87B9-1CD2C2D192A3}" type="presOf" srcId="{82E91201-E65D-406C-BBB0-AA75FE6AA3E7}" destId="{46EBCB0B-DB1D-41D0-A7FE-F440BE1CE20F}" srcOrd="1" destOrd="0" presId="urn:microsoft.com/office/officeart/2005/8/layout/hierarchy2"/>
    <dgm:cxn modelId="{1C48982F-0471-4D09-8192-24466988CBFD}" type="presOf" srcId="{0E56F9BC-D18A-4F26-A5F4-FFACB779171F}" destId="{BB7EE086-C8DF-42AB-BD78-D6651A6B07BB}" srcOrd="0" destOrd="0" presId="urn:microsoft.com/office/officeart/2005/8/layout/hierarchy2"/>
    <dgm:cxn modelId="{03F8EE2F-766B-4896-A853-C4F474217559}" srcId="{C9D43B65-C524-4C5A-8DAF-999869044E26}" destId="{0D4879F1-E103-4C23-8364-08173F30CBC4}" srcOrd="0" destOrd="0" parTransId="{C79B2EE1-4CB7-448E-98FA-102E7EAA2D42}" sibTransId="{82A1D7C9-B6BE-4002-A79E-04B3AE1B4193}"/>
    <dgm:cxn modelId="{90980330-02FC-493D-958D-45CD281F7ECA}" srcId="{C9D43B65-C524-4C5A-8DAF-999869044E26}" destId="{602164DD-4E3A-45E0-BDF7-23D5A31C3433}" srcOrd="1" destOrd="0" parTransId="{F0B16070-94C3-4FC0-BC11-B80C3F63026F}" sibTransId="{A4F7ED0A-0B00-49E0-9D19-543E3E90BB5F}"/>
    <dgm:cxn modelId="{A372FB30-B8A3-453C-943C-A7A0DDF038D1}" srcId="{25E02449-B8A1-4A80-8A50-ED23633B28CD}" destId="{39C66FE7-3819-4AE8-98D4-491B0D665052}" srcOrd="2" destOrd="0" parTransId="{2FEA732E-A64D-4205-8141-6AD889E2DE44}" sibTransId="{705AAFE7-D2BF-46EF-8787-A568A3F4A5BA}"/>
    <dgm:cxn modelId="{768B8931-AD62-4CF3-97F7-76382E986843}" type="presOf" srcId="{50E7590B-A5D3-43A5-892D-1E27095B1ADE}" destId="{547368D9-1D78-4A55-B2C6-9EE5BE53C406}" srcOrd="0" destOrd="0" presId="urn:microsoft.com/office/officeart/2005/8/layout/hierarchy2"/>
    <dgm:cxn modelId="{8EEA3B34-402C-4741-820E-F3A15FC2B609}" srcId="{25E02449-B8A1-4A80-8A50-ED23633B28CD}" destId="{CA94ED39-50F8-4396-8A1D-35111CC2EA47}" srcOrd="0" destOrd="0" parTransId="{FAC07D21-253A-422A-915F-DA7976BF5660}" sibTransId="{25C7494E-7DE1-4B6C-9C77-596BED55802D}"/>
    <dgm:cxn modelId="{9D6FAD3F-2317-4BDB-B5CB-34409E3DB468}" type="presOf" srcId="{215E8524-8069-40AD-AC14-12F9F3FD2D1B}" destId="{88F0BF0F-57ED-489C-91BE-BEEE63625C27}" srcOrd="0" destOrd="0" presId="urn:microsoft.com/office/officeart/2005/8/layout/hierarchy2"/>
    <dgm:cxn modelId="{C865195E-EF8E-4F88-A424-B209FD32C335}" srcId="{51336E6A-EF93-4E6E-A4D2-6A5D9B6F7E12}" destId="{6AA68B4B-3930-4E53-89C9-45C358BE88AA}" srcOrd="1" destOrd="0" parTransId="{8F4E8F3A-F9FB-458F-9D1B-AFCD4429F3F4}" sibTransId="{70D824C4-6A9B-46B0-AA1D-404DB5BAD999}"/>
    <dgm:cxn modelId="{71739045-FD25-4496-B69F-863BC12DA073}" type="presOf" srcId="{41D8A466-E61C-4565-84A5-5F53B41C402E}" destId="{6C00C079-03E9-4DA4-898B-FB038C9D9099}" srcOrd="1" destOrd="0" presId="urn:microsoft.com/office/officeart/2005/8/layout/hierarchy2"/>
    <dgm:cxn modelId="{3F76C366-630A-4CE7-AC1D-D073432DDEC0}" type="presOf" srcId="{8F4E8F3A-F9FB-458F-9D1B-AFCD4429F3F4}" destId="{0656D513-FE3F-48F6-9D78-542B5F73060A}" srcOrd="1" destOrd="0" presId="urn:microsoft.com/office/officeart/2005/8/layout/hierarchy2"/>
    <dgm:cxn modelId="{8BCB8A68-398F-4429-9575-70FCEA80DC99}" type="presOf" srcId="{464EBB42-2087-4394-82DB-960CE2427D50}" destId="{579AA1AB-B692-4CB6-A6C2-461468BBDBF2}" srcOrd="0" destOrd="0" presId="urn:microsoft.com/office/officeart/2005/8/layout/hierarchy2"/>
    <dgm:cxn modelId="{1FD1856A-137E-41A6-AA27-38C79595AA42}" type="presOf" srcId="{82E91201-E65D-406C-BBB0-AA75FE6AA3E7}" destId="{91B63E10-81B8-4AD1-B121-B27C5355C3FE}" srcOrd="0" destOrd="0" presId="urn:microsoft.com/office/officeart/2005/8/layout/hierarchy2"/>
    <dgm:cxn modelId="{DB20CB4A-C3FA-498C-9E4C-893C4719BCE9}" srcId="{6EB163FE-AC5A-47B4-9459-0621CF099A82}" destId="{0205DD06-4417-411F-86EC-63B633F90580}" srcOrd="2" destOrd="0" parTransId="{0B16A837-95F1-4182-9E92-91E31A7604A9}" sibTransId="{D9F05F77-24DC-4C68-B4E5-B231A42AE606}"/>
    <dgm:cxn modelId="{765ED36B-427C-4196-A394-EEB67AB9381B}" type="presOf" srcId="{0B16A837-95F1-4182-9E92-91E31A7604A9}" destId="{123D4FE1-6CAC-4A03-AAB1-835BA160FD72}" srcOrd="0" destOrd="0" presId="urn:microsoft.com/office/officeart/2005/8/layout/hierarchy2"/>
    <dgm:cxn modelId="{0F233A6C-BC0E-4622-B541-9F03D1B3F2F6}" type="presOf" srcId="{0EFBC6AA-B2D2-47C2-BA55-16D39A75EE30}" destId="{F9E1C393-E72A-4534-AE47-B2364ACBCF3C}" srcOrd="1" destOrd="0" presId="urn:microsoft.com/office/officeart/2005/8/layout/hierarchy2"/>
    <dgm:cxn modelId="{EE5FDA6C-DF9A-4C48-BF1E-15FC59B0C709}" type="presOf" srcId="{29B1FAF6-0919-4A12-8ACC-F7BD2F45044A}" destId="{2819F098-720E-4DA9-BEF0-CA0A36BC54AB}" srcOrd="1" destOrd="0" presId="urn:microsoft.com/office/officeart/2005/8/layout/hierarchy2"/>
    <dgm:cxn modelId="{00F0B56D-833F-4E68-920B-5651A1642EF9}" type="presOf" srcId="{FAC07D21-253A-422A-915F-DA7976BF5660}" destId="{1CC92773-1711-4DAD-B061-A514E4F59D72}" srcOrd="0" destOrd="0" presId="urn:microsoft.com/office/officeart/2005/8/layout/hierarchy2"/>
    <dgm:cxn modelId="{FD47996E-6E06-40EE-8A0B-AC516C730079}" type="presOf" srcId="{8A3D6CDF-7690-4826-A364-352808347876}" destId="{27D958FE-776E-44A4-B71C-C0A5EFE17A58}" srcOrd="0" destOrd="0" presId="urn:microsoft.com/office/officeart/2005/8/layout/hierarchy2"/>
    <dgm:cxn modelId="{4D553250-E088-49D8-919C-1F9E57A5A8E7}" type="presOf" srcId="{B8DFD870-DE56-4AE7-BFED-767EFFC18FFE}" destId="{45C3FCFF-78FC-4CA9-8ADB-E72F8D716C8F}" srcOrd="0" destOrd="0" presId="urn:microsoft.com/office/officeart/2005/8/layout/hierarchy2"/>
    <dgm:cxn modelId="{7ADEE952-0097-440D-A637-DB8798EC1C1D}" type="presOf" srcId="{6CB20F4E-D5EA-44ED-B3CC-77594BA94AAC}" destId="{216E71B6-DC10-4127-99B3-85776D95202F}" srcOrd="0" destOrd="0" presId="urn:microsoft.com/office/officeart/2005/8/layout/hierarchy2"/>
    <dgm:cxn modelId="{E239CD55-3531-471F-BED6-E97D149DA82D}" type="presOf" srcId="{FEFAFC3A-8512-4EF9-9C9C-B1BF607DAF5C}" destId="{1F0AA165-0C6F-41DA-9FF7-333E1AACBE18}" srcOrd="0" destOrd="0" presId="urn:microsoft.com/office/officeart/2005/8/layout/hierarchy2"/>
    <dgm:cxn modelId="{572F2C76-CF2D-4470-9878-D604D27099B4}" srcId="{CC253A8A-D03A-4E90-9AEF-653394DFE363}" destId="{0C2B904C-4D7A-4840-8076-0404329B7A2A}" srcOrd="1" destOrd="0" parTransId="{299F2308-3644-4094-9CA5-0EC87281B75B}" sibTransId="{EFAED715-1979-4E42-A905-9032EF595446}"/>
    <dgm:cxn modelId="{9D707777-B03D-41EF-A599-2A73477C9B32}" type="presOf" srcId="{0205DD06-4417-411F-86EC-63B633F90580}" destId="{89743709-18AA-42E3-9241-DCFC3F3FD8B9}" srcOrd="0" destOrd="0" presId="urn:microsoft.com/office/officeart/2005/8/layout/hierarchy2"/>
    <dgm:cxn modelId="{4B5E9557-C866-456C-98C6-23D637634CD1}" type="presOf" srcId="{0EFBC6AA-B2D2-47C2-BA55-16D39A75EE30}" destId="{CD49F241-BDEB-4914-8316-5622F53F57B1}" srcOrd="0" destOrd="0" presId="urn:microsoft.com/office/officeart/2005/8/layout/hierarchy2"/>
    <dgm:cxn modelId="{DF67BF78-B2F5-40A1-9D99-977ADC714B8F}" srcId="{6EB163FE-AC5A-47B4-9459-0621CF099A82}" destId="{B8DFD870-DE56-4AE7-BFED-767EFFC18FFE}" srcOrd="1" destOrd="0" parTransId="{40B9CD91-86FA-4040-B247-467A6D99E60C}" sibTransId="{BB25F220-8CFC-4EED-94CB-E5E19CCC2476}"/>
    <dgm:cxn modelId="{F641B17C-4096-4755-AC51-4C9BC52D15A4}" srcId="{F4610E2B-BFA6-4CC4-812D-F19D11C8ED0D}" destId="{25E02449-B8A1-4A80-8A50-ED23633B28CD}" srcOrd="1" destOrd="0" parTransId="{C4CF4CC3-7620-4090-A172-DBEB8FBF58AC}" sibTransId="{73D3E980-FD11-44DD-ABE1-FD0EBF301354}"/>
    <dgm:cxn modelId="{E6F2537F-3AA4-4BA7-957D-8A52EE59A091}" srcId="{25E02449-B8A1-4A80-8A50-ED23633B28CD}" destId="{8D2F5B71-44E1-4533-93D5-62AF39B4FE02}" srcOrd="1" destOrd="0" parTransId="{50E7590B-A5D3-43A5-892D-1E27095B1ADE}" sibTransId="{754AAABD-65C8-4EA9-8DD5-E6E6C7E077C0}"/>
    <dgm:cxn modelId="{F8DF6F82-F73B-4B25-9F27-6022D85A3657}" type="presOf" srcId="{215E8524-8069-40AD-AC14-12F9F3FD2D1B}" destId="{AE7EE89C-24C6-46BC-9090-B104F38EBC65}" srcOrd="1" destOrd="0" presId="urn:microsoft.com/office/officeart/2005/8/layout/hierarchy2"/>
    <dgm:cxn modelId="{D2186483-C78E-46B6-9721-14992FEB89E1}" type="presOf" srcId="{40B9CD91-86FA-4040-B247-467A6D99E60C}" destId="{667A88CD-225B-4985-A31B-3B9F010F7DBE}" srcOrd="0" destOrd="0" presId="urn:microsoft.com/office/officeart/2005/8/layout/hierarchy2"/>
    <dgm:cxn modelId="{8AEFEB83-E3B4-4D09-8C69-745D58AEE972}" type="presOf" srcId="{C4CF4CC3-7620-4090-A172-DBEB8FBF58AC}" destId="{D2A13FFA-D896-4D2B-AA0A-A1DE174F4540}" srcOrd="1" destOrd="0" presId="urn:microsoft.com/office/officeart/2005/8/layout/hierarchy2"/>
    <dgm:cxn modelId="{3961DF86-56C9-46FA-816B-A867883D30D1}" srcId="{D1366D97-0F66-45A5-A853-E4DC74897E9D}" destId="{6EB163FE-AC5A-47B4-9459-0621CF099A82}" srcOrd="1" destOrd="0" parTransId="{FEFAFC3A-8512-4EF9-9C9C-B1BF607DAF5C}" sibTransId="{80E2F8AD-5B6F-45AA-9075-1A665B84D86E}"/>
    <dgm:cxn modelId="{E6677C91-F882-4804-8FC3-EB234A2304F9}" type="presOf" srcId="{F0B16070-94C3-4FC0-BC11-B80C3F63026F}" destId="{4779C6D8-E58C-4A73-9CAE-030C2A48BC77}" srcOrd="1" destOrd="0" presId="urn:microsoft.com/office/officeart/2005/8/layout/hierarchy2"/>
    <dgm:cxn modelId="{3B872993-FBB2-4DC2-B132-31E962828196}" type="presOf" srcId="{41D8A466-E61C-4565-84A5-5F53B41C402E}" destId="{EC89C71B-1776-401F-BC2A-95A1D3068484}" srcOrd="0" destOrd="0" presId="urn:microsoft.com/office/officeart/2005/8/layout/hierarchy2"/>
    <dgm:cxn modelId="{D70DF593-712F-476C-9C6E-6F918B68AE15}" type="presOf" srcId="{C79B2EE1-4CB7-448E-98FA-102E7EAA2D42}" destId="{8F48755D-84F6-4B6E-9A2F-928457E7F59E}" srcOrd="1" destOrd="0" presId="urn:microsoft.com/office/officeart/2005/8/layout/hierarchy2"/>
    <dgm:cxn modelId="{45AF5694-CE32-41D8-AFEC-CE9FD674B8D6}" type="presOf" srcId="{F0B16070-94C3-4FC0-BC11-B80C3F63026F}" destId="{90140F19-C40B-477D-AE8E-F9FE133A5C43}" srcOrd="0" destOrd="0" presId="urn:microsoft.com/office/officeart/2005/8/layout/hierarchy2"/>
    <dgm:cxn modelId="{B1644C96-159D-4399-A6B0-A14AD3C5DDFD}" type="presOf" srcId="{64999DF2-DB8B-4CFF-84BF-737A3B0EAF99}" destId="{04974A44-5C66-4038-939D-6597D280AFA2}" srcOrd="0" destOrd="0" presId="urn:microsoft.com/office/officeart/2005/8/layout/hierarchy2"/>
    <dgm:cxn modelId="{2160D999-0F13-4A3C-8A7C-ED416E9A59B2}" type="presOf" srcId="{CC253A8A-D03A-4E90-9AEF-653394DFE363}" destId="{99B51EAC-1A13-4FAA-9A35-7E918186D956}" srcOrd="0" destOrd="0" presId="urn:microsoft.com/office/officeart/2005/8/layout/hierarchy2"/>
    <dgm:cxn modelId="{F8FBDE9F-AA1C-4C42-A769-66E79B75B6EB}" type="presOf" srcId="{DAB1D4D9-37FF-44F2-8C49-81E391800739}" destId="{2076F930-5155-4E4F-A236-CC2FBB46E8AF}" srcOrd="0" destOrd="0" presId="urn:microsoft.com/office/officeart/2005/8/layout/hierarchy2"/>
    <dgm:cxn modelId="{CCCADBA2-AA99-425F-B580-7F25C04C1B1E}" type="presOf" srcId="{669848CD-FB3B-450F-B162-B1C0BD2C8EB8}" destId="{F0C612F1-36DC-4E19-90D3-E4D63F9F09D0}" srcOrd="0" destOrd="0" presId="urn:microsoft.com/office/officeart/2005/8/layout/hierarchy2"/>
    <dgm:cxn modelId="{674C78A6-3BB7-40BA-8EA2-B09C4580A48C}" type="presOf" srcId="{B1A9C303-31E4-47DE-98A7-A5EAB4523B16}" destId="{D250348E-A230-4ABC-AC37-BB3FFD6C1784}" srcOrd="0" destOrd="0" presId="urn:microsoft.com/office/officeart/2005/8/layout/hierarchy2"/>
    <dgm:cxn modelId="{E3F84AAA-5EFD-4459-B876-6826E19943AB}" srcId="{DCDB3C66-18FF-428B-B508-AE55A78BE14C}" destId="{51336E6A-EF93-4E6E-A4D2-6A5D9B6F7E12}" srcOrd="0" destOrd="0" parTransId="{86B9492E-7D97-4418-A330-42E60E31FDAA}" sibTransId="{023324A3-8648-4D26-94DA-8286AE0C91FC}"/>
    <dgm:cxn modelId="{66C404AE-F5BA-4F2C-BA5E-128F3ABBAD35}" type="presOf" srcId="{0C2B904C-4D7A-4840-8076-0404329B7A2A}" destId="{73784C37-0DE1-43EF-B805-C6A4C98A6C4D}" srcOrd="0" destOrd="0" presId="urn:microsoft.com/office/officeart/2005/8/layout/hierarchy2"/>
    <dgm:cxn modelId="{7B12AEB3-376F-4E83-B563-0017E2D573EC}" srcId="{D1366D97-0F66-45A5-A853-E4DC74897E9D}" destId="{DAB1D4D9-37FF-44F2-8C49-81E391800739}" srcOrd="0" destOrd="0" parTransId="{41D8A466-E61C-4565-84A5-5F53B41C402E}" sibTransId="{8A870A1C-0086-43C4-B6FE-48A0C793E6CB}"/>
    <dgm:cxn modelId="{20472AB6-E9B9-4ED0-984B-CAE3285727DD}" type="presOf" srcId="{C47E3531-951A-4EF2-9413-79C2918005A9}" destId="{AEC5B983-DD55-4274-A698-6337682F98B2}" srcOrd="1" destOrd="0" presId="urn:microsoft.com/office/officeart/2005/8/layout/hierarchy2"/>
    <dgm:cxn modelId="{CC7369B9-E711-4828-9AAB-4184425CDA1C}" type="presOf" srcId="{14D83068-2280-4ACD-AC0C-8927A63F676A}" destId="{316AB5A7-331A-4A36-8404-B0239E398995}" srcOrd="0" destOrd="0" presId="urn:microsoft.com/office/officeart/2005/8/layout/hierarchy2"/>
    <dgm:cxn modelId="{804C87B9-12D7-4506-B415-8A9F60A67477}" type="presOf" srcId="{2FEA732E-A64D-4205-8141-6AD889E2DE44}" destId="{E68EC500-EBEA-4648-BD7A-117766D86378}" srcOrd="1" destOrd="0" presId="urn:microsoft.com/office/officeart/2005/8/layout/hierarchy2"/>
    <dgm:cxn modelId="{A08C3CBC-2E25-4FFE-8C90-456F662114B1}" type="presOf" srcId="{D1366D97-0F66-45A5-A853-E4DC74897E9D}" destId="{C941512D-1310-4565-B7CE-9B13C22558D7}" srcOrd="0" destOrd="0" presId="urn:microsoft.com/office/officeart/2005/8/layout/hierarchy2"/>
    <dgm:cxn modelId="{7329FBBD-E61C-4B04-B095-C49F2F980328}" srcId="{51336E6A-EF93-4E6E-A4D2-6A5D9B6F7E12}" destId="{F4610E2B-BFA6-4CC4-812D-F19D11C8ED0D}" srcOrd="0" destOrd="0" parTransId="{C47E3531-951A-4EF2-9413-79C2918005A9}" sibTransId="{3C1F6362-C6DF-4B1D-8B81-CA10FEDFB837}"/>
    <dgm:cxn modelId="{5AA865BE-016D-44E9-A0DB-BD7E82E78067}" type="presOf" srcId="{FEFAFC3A-8512-4EF9-9C9C-B1BF607DAF5C}" destId="{B7ED8091-5126-4F3E-9594-58CC0B3CDBCA}" srcOrd="1" destOrd="0" presId="urn:microsoft.com/office/officeart/2005/8/layout/hierarchy2"/>
    <dgm:cxn modelId="{9BC6E5BF-36F1-402F-84AB-DC12D8584880}" type="presOf" srcId="{CA94ED39-50F8-4396-8A1D-35111CC2EA47}" destId="{B78D2E4F-63BA-4ED8-93D8-195D1EC0E608}" srcOrd="0" destOrd="0" presId="urn:microsoft.com/office/officeart/2005/8/layout/hierarchy2"/>
    <dgm:cxn modelId="{299AAFC4-6774-437A-A6E2-8E2041748F60}" type="presOf" srcId="{8F4E8F3A-F9FB-458F-9D1B-AFCD4429F3F4}" destId="{0879A5EA-341A-4CCE-9EF5-C7604B12E099}" srcOrd="0" destOrd="0" presId="urn:microsoft.com/office/officeart/2005/8/layout/hierarchy2"/>
    <dgm:cxn modelId="{F9E6C4C6-E46B-4836-B4EE-AD0DB1C9B1C7}" type="presOf" srcId="{464EBB42-2087-4394-82DB-960CE2427D50}" destId="{3BA41C13-97BB-499F-A41C-1D44688F2831}" srcOrd="1" destOrd="0" presId="urn:microsoft.com/office/officeart/2005/8/layout/hierarchy2"/>
    <dgm:cxn modelId="{4B73B6CB-83D0-449C-9C17-99B1DAC9ECFE}" srcId="{C9D43B65-C524-4C5A-8DAF-999869044E26}" destId="{669848CD-FB3B-450F-B162-B1C0BD2C8EB8}" srcOrd="2" destOrd="0" parTransId="{464EBB42-2087-4394-82DB-960CE2427D50}" sibTransId="{378B7568-AAA7-4B13-B6DF-BEA3699D64B6}"/>
    <dgm:cxn modelId="{E28FA8D3-9BEC-4941-84E3-50D2D9FCC487}" type="presOf" srcId="{DCDB3C66-18FF-428B-B508-AE55A78BE14C}" destId="{147070EC-66A8-4F9E-A0D0-45196888B20F}" srcOrd="0" destOrd="0" presId="urn:microsoft.com/office/officeart/2005/8/layout/hierarchy2"/>
    <dgm:cxn modelId="{53F653D7-79CB-4EEA-AE29-80B814975746}" type="presOf" srcId="{2FEA732E-A64D-4205-8141-6AD889E2DE44}" destId="{D1BBB13F-EABC-4C9A-B4F1-104BE6E868F6}" srcOrd="0" destOrd="0" presId="urn:microsoft.com/office/officeart/2005/8/layout/hierarchy2"/>
    <dgm:cxn modelId="{D10CAED7-7CBC-4862-97FE-0849D37E85C8}" type="presOf" srcId="{D43F8309-A4DF-45CA-83F7-47DA02540871}" destId="{598D9E17-8B79-4692-AA4E-25C36097ECE0}" srcOrd="0" destOrd="0" presId="urn:microsoft.com/office/officeart/2005/8/layout/hierarchy2"/>
    <dgm:cxn modelId="{6734DCD7-209C-451B-B5D0-3B9FF14ECAD3}" type="presOf" srcId="{C9D43B65-C524-4C5A-8DAF-999869044E26}" destId="{BDC0A9A6-74E2-43CE-8376-6869C87F2576}" srcOrd="0" destOrd="0" presId="urn:microsoft.com/office/officeart/2005/8/layout/hierarchy2"/>
    <dgm:cxn modelId="{2E575ED9-2322-489D-902D-50201F9655FF}" type="presOf" srcId="{299F2308-3644-4094-9CA5-0EC87281B75B}" destId="{D4575E84-FD0D-4579-803D-B9A77FE1B477}" srcOrd="1" destOrd="0" presId="urn:microsoft.com/office/officeart/2005/8/layout/hierarchy2"/>
    <dgm:cxn modelId="{D37623DA-A92A-4FEB-A5FE-11CB420D9758}" type="presOf" srcId="{29B1FAF6-0919-4A12-8ACC-F7BD2F45044A}" destId="{5FC12573-8FFC-4FF6-A4A9-FCCA6EABC74E}" srcOrd="0" destOrd="0" presId="urn:microsoft.com/office/officeart/2005/8/layout/hierarchy2"/>
    <dgm:cxn modelId="{4CD136DB-2775-4B94-9EE2-925ECBADF807}" type="presOf" srcId="{C47E3531-951A-4EF2-9413-79C2918005A9}" destId="{FAA38E14-1CF6-4791-B861-4FC75C9E2662}" srcOrd="0" destOrd="0" presId="urn:microsoft.com/office/officeart/2005/8/layout/hierarchy2"/>
    <dgm:cxn modelId="{01CD13DE-49B2-436E-B532-9B0B3A36D2D9}" srcId="{6EB163FE-AC5A-47B4-9459-0621CF099A82}" destId="{64999DF2-DB8B-4CFF-84BF-737A3B0EAF99}" srcOrd="0" destOrd="0" parTransId="{82E91201-E65D-406C-BBB0-AA75FE6AA3E7}" sibTransId="{8B49FA08-18FF-459F-99D4-F74383CD9F96}"/>
    <dgm:cxn modelId="{35A3E6DE-2005-4EB1-9C92-7104F8298E1E}" type="presOf" srcId="{51336E6A-EF93-4E6E-A4D2-6A5D9B6F7E12}" destId="{B654B630-097B-43F5-87E7-65C63F8692A2}" srcOrd="0" destOrd="0" presId="urn:microsoft.com/office/officeart/2005/8/layout/hierarchy2"/>
    <dgm:cxn modelId="{2FA7F5E0-EABE-483E-9826-9AF9A8F3287B}" srcId="{6AA68B4B-3930-4E53-89C9-45C358BE88AA}" destId="{C9D43B65-C524-4C5A-8DAF-999869044E26}" srcOrd="1" destOrd="0" parTransId="{0EFBC6AA-B2D2-47C2-BA55-16D39A75EE30}" sibTransId="{C1D139FC-E322-4FF9-BC01-C1F807FE63B0}"/>
    <dgm:cxn modelId="{35BFC9E2-6304-4BE5-8EFB-54A09782190A}" type="presOf" srcId="{6EB163FE-AC5A-47B4-9459-0621CF099A82}" destId="{24319C1F-4893-4523-9A3F-B427B657ED0F}" srcOrd="0" destOrd="0" presId="urn:microsoft.com/office/officeart/2005/8/layout/hierarchy2"/>
    <dgm:cxn modelId="{4A2550E8-5790-4259-9B49-6C0A613F1FBA}" type="presOf" srcId="{8D2F5B71-44E1-4533-93D5-62AF39B4FE02}" destId="{67B23E9E-7018-4D5E-AAE0-93C3C6B64C4E}" srcOrd="0" destOrd="0" presId="urn:microsoft.com/office/officeart/2005/8/layout/hierarchy2"/>
    <dgm:cxn modelId="{A4C784EC-2650-40B2-938A-4A63999CD791}" type="presOf" srcId="{6AA68B4B-3930-4E53-89C9-45C358BE88AA}" destId="{08DC7AA3-6C35-4637-9CC2-BEDF5302C5A2}" srcOrd="0" destOrd="0" presId="urn:microsoft.com/office/officeart/2005/8/layout/hierarchy2"/>
    <dgm:cxn modelId="{06628EF5-86D7-49D9-9A77-43CF2D760FD2}" type="presOf" srcId="{50E7590B-A5D3-43A5-892D-1E27095B1ADE}" destId="{03FADC53-12F8-4E43-8801-512150643750}" srcOrd="1" destOrd="0" presId="urn:microsoft.com/office/officeart/2005/8/layout/hierarchy2"/>
    <dgm:cxn modelId="{31DC85F9-17B3-4F85-880F-5A4FEDE3AA6F}" type="presOf" srcId="{299F2308-3644-4094-9CA5-0EC87281B75B}" destId="{A5629800-748B-4B9E-8D36-DB0A569FF20E}" srcOrd="0" destOrd="0" presId="urn:microsoft.com/office/officeart/2005/8/layout/hierarchy2"/>
    <dgm:cxn modelId="{498B1AFC-FEA9-49FA-9BAA-7487F0E45D0E}" type="presOf" srcId="{14D83068-2280-4ACD-AC0C-8927A63F676A}" destId="{EFAFF9C4-72D6-4881-AAD6-9B1D444B7A0A}" srcOrd="1" destOrd="0" presId="urn:microsoft.com/office/officeart/2005/8/layout/hierarchy2"/>
    <dgm:cxn modelId="{26FAB7FF-5232-41B9-BF74-498BD3DCC747}" type="presOf" srcId="{602164DD-4E3A-45E0-BDF7-23D5A31C3433}" destId="{02FB09F3-00F1-4C54-9A5B-BC8EC6B89481}" srcOrd="0" destOrd="0" presId="urn:microsoft.com/office/officeart/2005/8/layout/hierarchy2"/>
    <dgm:cxn modelId="{D44423F5-0D51-4B40-A89B-B5948AFE6CB7}" type="presParOf" srcId="{147070EC-66A8-4F9E-A0D0-45196888B20F}" destId="{016DB25B-9FC8-4261-8060-6CBAAB0C2483}" srcOrd="0" destOrd="0" presId="urn:microsoft.com/office/officeart/2005/8/layout/hierarchy2"/>
    <dgm:cxn modelId="{F0F463B2-DB3B-4039-A694-6812DED8FCD6}" type="presParOf" srcId="{016DB25B-9FC8-4261-8060-6CBAAB0C2483}" destId="{B654B630-097B-43F5-87E7-65C63F8692A2}" srcOrd="0" destOrd="0" presId="urn:microsoft.com/office/officeart/2005/8/layout/hierarchy2"/>
    <dgm:cxn modelId="{AE31A0B4-A177-4A90-85BA-59B9CD838B62}" type="presParOf" srcId="{016DB25B-9FC8-4261-8060-6CBAAB0C2483}" destId="{E7F1439E-C322-4D56-8DA3-83BFE19F04BE}" srcOrd="1" destOrd="0" presId="urn:microsoft.com/office/officeart/2005/8/layout/hierarchy2"/>
    <dgm:cxn modelId="{448D51E2-3751-4C73-A2F9-DDC63A8028AB}" type="presParOf" srcId="{E7F1439E-C322-4D56-8DA3-83BFE19F04BE}" destId="{FAA38E14-1CF6-4791-B861-4FC75C9E2662}" srcOrd="0" destOrd="0" presId="urn:microsoft.com/office/officeart/2005/8/layout/hierarchy2"/>
    <dgm:cxn modelId="{BDC5AB1D-358B-4612-92BD-4A1691F65A03}" type="presParOf" srcId="{FAA38E14-1CF6-4791-B861-4FC75C9E2662}" destId="{AEC5B983-DD55-4274-A698-6337682F98B2}" srcOrd="0" destOrd="0" presId="urn:microsoft.com/office/officeart/2005/8/layout/hierarchy2"/>
    <dgm:cxn modelId="{3176DC1A-2B8E-45BC-ABAF-ACE3E4B8B76C}" type="presParOf" srcId="{E7F1439E-C322-4D56-8DA3-83BFE19F04BE}" destId="{419805A4-1BEE-4153-8C7B-62C0F7FEBB7A}" srcOrd="1" destOrd="0" presId="urn:microsoft.com/office/officeart/2005/8/layout/hierarchy2"/>
    <dgm:cxn modelId="{94855450-1992-41A2-9583-9D96417447DD}" type="presParOf" srcId="{419805A4-1BEE-4153-8C7B-62C0F7FEBB7A}" destId="{E1112BA9-6574-4D81-8E3D-80288C722495}" srcOrd="0" destOrd="0" presId="urn:microsoft.com/office/officeart/2005/8/layout/hierarchy2"/>
    <dgm:cxn modelId="{91394D84-93C8-49C3-B4CC-D71016F28AE1}" type="presParOf" srcId="{419805A4-1BEE-4153-8C7B-62C0F7FEBB7A}" destId="{8162C3CB-A26D-43D8-824D-D4AE8A8CE410}" srcOrd="1" destOrd="0" presId="urn:microsoft.com/office/officeart/2005/8/layout/hierarchy2"/>
    <dgm:cxn modelId="{87E8900E-0ADF-423E-9E69-A260B1195EA6}" type="presParOf" srcId="{8162C3CB-A26D-43D8-824D-D4AE8A8CE410}" destId="{216E71B6-DC10-4127-99B3-85776D95202F}" srcOrd="0" destOrd="0" presId="urn:microsoft.com/office/officeart/2005/8/layout/hierarchy2"/>
    <dgm:cxn modelId="{06DA8E9C-3B34-4E4D-805D-BA0E6D892855}" type="presParOf" srcId="{216E71B6-DC10-4127-99B3-85776D95202F}" destId="{0C5651E5-69D1-4FB5-8AE3-163D788A123B}" srcOrd="0" destOrd="0" presId="urn:microsoft.com/office/officeart/2005/8/layout/hierarchy2"/>
    <dgm:cxn modelId="{B6966924-0AC1-460A-893F-347C78D9F83E}" type="presParOf" srcId="{8162C3CB-A26D-43D8-824D-D4AE8A8CE410}" destId="{6E85D88B-B0A1-4C5A-A583-70E736D0B315}" srcOrd="1" destOrd="0" presId="urn:microsoft.com/office/officeart/2005/8/layout/hierarchy2"/>
    <dgm:cxn modelId="{A669D547-1C40-47E5-A5C7-E8229EA9653B}" type="presParOf" srcId="{6E85D88B-B0A1-4C5A-A583-70E736D0B315}" destId="{27D958FE-776E-44A4-B71C-C0A5EFE17A58}" srcOrd="0" destOrd="0" presId="urn:microsoft.com/office/officeart/2005/8/layout/hierarchy2"/>
    <dgm:cxn modelId="{28654318-58A7-457C-9FCD-6DD8CB8B539D}" type="presParOf" srcId="{6E85D88B-B0A1-4C5A-A583-70E736D0B315}" destId="{B6AB17C9-43EA-4643-8C81-E304769A3BA6}" srcOrd="1" destOrd="0" presId="urn:microsoft.com/office/officeart/2005/8/layout/hierarchy2"/>
    <dgm:cxn modelId="{F689C5E3-8721-4402-98C0-D875EE6F52A0}" type="presParOf" srcId="{8162C3CB-A26D-43D8-824D-D4AE8A8CE410}" destId="{6A335683-CC60-4422-A54A-48F35A405C29}" srcOrd="2" destOrd="0" presId="urn:microsoft.com/office/officeart/2005/8/layout/hierarchy2"/>
    <dgm:cxn modelId="{7644BA3F-4EEE-425E-B071-EE5C8B072B6C}" type="presParOf" srcId="{6A335683-CC60-4422-A54A-48F35A405C29}" destId="{D2A13FFA-D896-4D2B-AA0A-A1DE174F4540}" srcOrd="0" destOrd="0" presId="urn:microsoft.com/office/officeart/2005/8/layout/hierarchy2"/>
    <dgm:cxn modelId="{94B1369B-D5BB-4670-8FC1-13FB4EA9CB2C}" type="presParOf" srcId="{8162C3CB-A26D-43D8-824D-D4AE8A8CE410}" destId="{BB251039-14E9-4572-BDC9-AC868438A7D3}" srcOrd="3" destOrd="0" presId="urn:microsoft.com/office/officeart/2005/8/layout/hierarchy2"/>
    <dgm:cxn modelId="{1F2A5294-D94B-4CB1-BF11-0E26629EFC7B}" type="presParOf" srcId="{BB251039-14E9-4572-BDC9-AC868438A7D3}" destId="{11CBA742-AD2E-495A-BBD3-C15587DE31E5}" srcOrd="0" destOrd="0" presId="urn:microsoft.com/office/officeart/2005/8/layout/hierarchy2"/>
    <dgm:cxn modelId="{D6E7BB48-A28A-47BD-AA5B-D8A18739F1F7}" type="presParOf" srcId="{BB251039-14E9-4572-BDC9-AC868438A7D3}" destId="{C32C57C3-305A-4E3B-851A-18B5F328F182}" srcOrd="1" destOrd="0" presId="urn:microsoft.com/office/officeart/2005/8/layout/hierarchy2"/>
    <dgm:cxn modelId="{F1C90C56-E0A6-4B99-A3F0-2D7A1E0B19A9}" type="presParOf" srcId="{C32C57C3-305A-4E3B-851A-18B5F328F182}" destId="{1CC92773-1711-4DAD-B061-A514E4F59D72}" srcOrd="0" destOrd="0" presId="urn:microsoft.com/office/officeart/2005/8/layout/hierarchy2"/>
    <dgm:cxn modelId="{F4A49DBB-3A90-43A9-B7D2-C3CEFF381FB6}" type="presParOf" srcId="{1CC92773-1711-4DAD-B061-A514E4F59D72}" destId="{415A2C38-96ED-42FC-A2B1-3F538ABEAE29}" srcOrd="0" destOrd="0" presId="urn:microsoft.com/office/officeart/2005/8/layout/hierarchy2"/>
    <dgm:cxn modelId="{93F0E330-8A8D-4FC9-8BF3-13F373B1098E}" type="presParOf" srcId="{C32C57C3-305A-4E3B-851A-18B5F328F182}" destId="{2EADD8D5-9BB6-446B-8869-58EA391F04AB}" srcOrd="1" destOrd="0" presId="urn:microsoft.com/office/officeart/2005/8/layout/hierarchy2"/>
    <dgm:cxn modelId="{99147C3F-D859-468C-9140-681DA090DA74}" type="presParOf" srcId="{2EADD8D5-9BB6-446B-8869-58EA391F04AB}" destId="{B78D2E4F-63BA-4ED8-93D8-195D1EC0E608}" srcOrd="0" destOrd="0" presId="urn:microsoft.com/office/officeart/2005/8/layout/hierarchy2"/>
    <dgm:cxn modelId="{7D39E700-3F26-4CEF-A3B2-F6DBC377A511}" type="presParOf" srcId="{2EADD8D5-9BB6-446B-8869-58EA391F04AB}" destId="{32795473-2DB3-44EB-8103-4355E7643B24}" srcOrd="1" destOrd="0" presId="urn:microsoft.com/office/officeart/2005/8/layout/hierarchy2"/>
    <dgm:cxn modelId="{30E850DD-ED14-43E9-B30A-22BEA5B4ED8D}" type="presParOf" srcId="{C32C57C3-305A-4E3B-851A-18B5F328F182}" destId="{547368D9-1D78-4A55-B2C6-9EE5BE53C406}" srcOrd="2" destOrd="0" presId="urn:microsoft.com/office/officeart/2005/8/layout/hierarchy2"/>
    <dgm:cxn modelId="{0365C32C-1D83-4C42-9641-C59C9367DE65}" type="presParOf" srcId="{547368D9-1D78-4A55-B2C6-9EE5BE53C406}" destId="{03FADC53-12F8-4E43-8801-512150643750}" srcOrd="0" destOrd="0" presId="urn:microsoft.com/office/officeart/2005/8/layout/hierarchy2"/>
    <dgm:cxn modelId="{E3CF66EB-01B2-44F0-A6E7-149B0AFC49C6}" type="presParOf" srcId="{C32C57C3-305A-4E3B-851A-18B5F328F182}" destId="{14A685D2-2A2B-425B-9DA4-E0440236B836}" srcOrd="3" destOrd="0" presId="urn:microsoft.com/office/officeart/2005/8/layout/hierarchy2"/>
    <dgm:cxn modelId="{D673ECBD-66F0-46C5-AD09-5F19F4677C88}" type="presParOf" srcId="{14A685D2-2A2B-425B-9DA4-E0440236B836}" destId="{67B23E9E-7018-4D5E-AAE0-93C3C6B64C4E}" srcOrd="0" destOrd="0" presId="urn:microsoft.com/office/officeart/2005/8/layout/hierarchy2"/>
    <dgm:cxn modelId="{436D5994-BC58-48C9-99D0-4A42E405D7E8}" type="presParOf" srcId="{14A685D2-2A2B-425B-9DA4-E0440236B836}" destId="{84DDCC1E-1844-4759-A184-44F016C4F251}" srcOrd="1" destOrd="0" presId="urn:microsoft.com/office/officeart/2005/8/layout/hierarchy2"/>
    <dgm:cxn modelId="{8F6BFDCF-A03E-4749-96EF-19F3246DA3D6}" type="presParOf" srcId="{C32C57C3-305A-4E3B-851A-18B5F328F182}" destId="{D1BBB13F-EABC-4C9A-B4F1-104BE6E868F6}" srcOrd="4" destOrd="0" presId="urn:microsoft.com/office/officeart/2005/8/layout/hierarchy2"/>
    <dgm:cxn modelId="{6C795F5C-5564-4DAC-ACCE-CEB94C803399}" type="presParOf" srcId="{D1BBB13F-EABC-4C9A-B4F1-104BE6E868F6}" destId="{E68EC500-EBEA-4648-BD7A-117766D86378}" srcOrd="0" destOrd="0" presId="urn:microsoft.com/office/officeart/2005/8/layout/hierarchy2"/>
    <dgm:cxn modelId="{22D2D191-8215-432F-BD94-0009641A5029}" type="presParOf" srcId="{C32C57C3-305A-4E3B-851A-18B5F328F182}" destId="{86BE2515-E9E7-419A-9878-A4BF9BF0148F}" srcOrd="5" destOrd="0" presId="urn:microsoft.com/office/officeart/2005/8/layout/hierarchy2"/>
    <dgm:cxn modelId="{1A0F9479-EE47-4184-9503-BA0FABF8CF2D}" type="presParOf" srcId="{86BE2515-E9E7-419A-9878-A4BF9BF0148F}" destId="{90E38274-9DEA-43F4-A5B3-23AC55155D44}" srcOrd="0" destOrd="0" presId="urn:microsoft.com/office/officeart/2005/8/layout/hierarchy2"/>
    <dgm:cxn modelId="{C2921453-2B52-4843-86B9-C0647AF70764}" type="presParOf" srcId="{86BE2515-E9E7-419A-9878-A4BF9BF0148F}" destId="{00EB763B-0F0D-4375-881E-4FABFD305262}" srcOrd="1" destOrd="0" presId="urn:microsoft.com/office/officeart/2005/8/layout/hierarchy2"/>
    <dgm:cxn modelId="{42C3103C-3658-498D-80F6-54CC99EFAEAC}" type="presParOf" srcId="{E7F1439E-C322-4D56-8DA3-83BFE19F04BE}" destId="{0879A5EA-341A-4CCE-9EF5-C7604B12E099}" srcOrd="2" destOrd="0" presId="urn:microsoft.com/office/officeart/2005/8/layout/hierarchy2"/>
    <dgm:cxn modelId="{822E6B99-1B04-4061-B31B-F6C85A12750F}" type="presParOf" srcId="{0879A5EA-341A-4CCE-9EF5-C7604B12E099}" destId="{0656D513-FE3F-48F6-9D78-542B5F73060A}" srcOrd="0" destOrd="0" presId="urn:microsoft.com/office/officeart/2005/8/layout/hierarchy2"/>
    <dgm:cxn modelId="{ABD13AC0-5F35-4F25-8653-2DDD81E38A0E}" type="presParOf" srcId="{E7F1439E-C322-4D56-8DA3-83BFE19F04BE}" destId="{C5187132-56C0-44F5-BF11-116FD0E170D5}" srcOrd="3" destOrd="0" presId="urn:microsoft.com/office/officeart/2005/8/layout/hierarchy2"/>
    <dgm:cxn modelId="{9AC53FCB-393D-4E83-A0EC-ED1D4EA08576}" type="presParOf" srcId="{C5187132-56C0-44F5-BF11-116FD0E170D5}" destId="{08DC7AA3-6C35-4637-9CC2-BEDF5302C5A2}" srcOrd="0" destOrd="0" presId="urn:microsoft.com/office/officeart/2005/8/layout/hierarchy2"/>
    <dgm:cxn modelId="{FB36AC10-EEF0-47C1-BDC6-7F5A35013AD7}" type="presParOf" srcId="{C5187132-56C0-44F5-BF11-116FD0E170D5}" destId="{C320171A-1B5A-46FB-9494-3BE23CCCFDA6}" srcOrd="1" destOrd="0" presId="urn:microsoft.com/office/officeart/2005/8/layout/hierarchy2"/>
    <dgm:cxn modelId="{15AC366F-8FB8-47D4-9D8C-66B53DB4B368}" type="presParOf" srcId="{C320171A-1B5A-46FB-9494-3BE23CCCFDA6}" destId="{316AB5A7-331A-4A36-8404-B0239E398995}" srcOrd="0" destOrd="0" presId="urn:microsoft.com/office/officeart/2005/8/layout/hierarchy2"/>
    <dgm:cxn modelId="{9B6EA40D-D1E1-4CE9-90E0-D5571A38D9ED}" type="presParOf" srcId="{316AB5A7-331A-4A36-8404-B0239E398995}" destId="{EFAFF9C4-72D6-4881-AAD6-9B1D444B7A0A}" srcOrd="0" destOrd="0" presId="urn:microsoft.com/office/officeart/2005/8/layout/hierarchy2"/>
    <dgm:cxn modelId="{0642D93B-9679-4A5A-B0F8-F0B622600610}" type="presParOf" srcId="{C320171A-1B5A-46FB-9494-3BE23CCCFDA6}" destId="{02FCA0EF-B8B4-412C-9B92-DE0D26A8EC34}" srcOrd="1" destOrd="0" presId="urn:microsoft.com/office/officeart/2005/8/layout/hierarchy2"/>
    <dgm:cxn modelId="{310D5F65-FBE4-419F-AD96-813E897254D2}" type="presParOf" srcId="{02FCA0EF-B8B4-412C-9B92-DE0D26A8EC34}" destId="{BB7EE086-C8DF-42AB-BD78-D6651A6B07BB}" srcOrd="0" destOrd="0" presId="urn:microsoft.com/office/officeart/2005/8/layout/hierarchy2"/>
    <dgm:cxn modelId="{D1DABEFC-CD35-4304-866C-654981EDA986}" type="presParOf" srcId="{02FCA0EF-B8B4-412C-9B92-DE0D26A8EC34}" destId="{3CB1D33C-A39B-4B8A-9892-7884BC10D6F4}" srcOrd="1" destOrd="0" presId="urn:microsoft.com/office/officeart/2005/8/layout/hierarchy2"/>
    <dgm:cxn modelId="{12E1C408-12E2-4486-A41B-43F55CC33F5F}" type="presParOf" srcId="{C320171A-1B5A-46FB-9494-3BE23CCCFDA6}" destId="{CD49F241-BDEB-4914-8316-5622F53F57B1}" srcOrd="2" destOrd="0" presId="urn:microsoft.com/office/officeart/2005/8/layout/hierarchy2"/>
    <dgm:cxn modelId="{DCE07382-6A9F-4396-B9E8-91F8C6EF4130}" type="presParOf" srcId="{CD49F241-BDEB-4914-8316-5622F53F57B1}" destId="{F9E1C393-E72A-4534-AE47-B2364ACBCF3C}" srcOrd="0" destOrd="0" presId="urn:microsoft.com/office/officeart/2005/8/layout/hierarchy2"/>
    <dgm:cxn modelId="{21C1E994-C3D9-44EA-A189-8C306EEDC731}" type="presParOf" srcId="{C320171A-1B5A-46FB-9494-3BE23CCCFDA6}" destId="{F85804AC-DCC5-424C-B39E-26D639AA6D78}" srcOrd="3" destOrd="0" presId="urn:microsoft.com/office/officeart/2005/8/layout/hierarchy2"/>
    <dgm:cxn modelId="{A67EAEAB-7E0A-4CA9-BCFA-2123725428CF}" type="presParOf" srcId="{F85804AC-DCC5-424C-B39E-26D639AA6D78}" destId="{BDC0A9A6-74E2-43CE-8376-6869C87F2576}" srcOrd="0" destOrd="0" presId="urn:microsoft.com/office/officeart/2005/8/layout/hierarchy2"/>
    <dgm:cxn modelId="{FC784C71-B527-4433-AD84-FFDAE66BB0FE}" type="presParOf" srcId="{F85804AC-DCC5-424C-B39E-26D639AA6D78}" destId="{AA1AA538-5429-49A6-9FD4-DF2AA22C706D}" srcOrd="1" destOrd="0" presId="urn:microsoft.com/office/officeart/2005/8/layout/hierarchy2"/>
    <dgm:cxn modelId="{741EA5A8-8EA7-4624-849D-7F3684FCA120}" type="presParOf" srcId="{AA1AA538-5429-49A6-9FD4-DF2AA22C706D}" destId="{F3B1106A-628D-4BFA-A943-6CADFF563B85}" srcOrd="0" destOrd="0" presId="urn:microsoft.com/office/officeart/2005/8/layout/hierarchy2"/>
    <dgm:cxn modelId="{3279114D-12C0-489D-8E21-CFD9A98C0323}" type="presParOf" srcId="{F3B1106A-628D-4BFA-A943-6CADFF563B85}" destId="{8F48755D-84F6-4B6E-9A2F-928457E7F59E}" srcOrd="0" destOrd="0" presId="urn:microsoft.com/office/officeart/2005/8/layout/hierarchy2"/>
    <dgm:cxn modelId="{2886665D-0D0C-49E2-AD48-BEFAFC073AD2}" type="presParOf" srcId="{AA1AA538-5429-49A6-9FD4-DF2AA22C706D}" destId="{FEB4A0FB-4B1C-4CCC-BD89-B356E5224AB6}" srcOrd="1" destOrd="0" presId="urn:microsoft.com/office/officeart/2005/8/layout/hierarchy2"/>
    <dgm:cxn modelId="{2F888983-200D-4062-B905-EFDD087BE287}" type="presParOf" srcId="{FEB4A0FB-4B1C-4CCC-BD89-B356E5224AB6}" destId="{B0F9D3F4-F323-4E65-85CA-3DE57E8FC770}" srcOrd="0" destOrd="0" presId="urn:microsoft.com/office/officeart/2005/8/layout/hierarchy2"/>
    <dgm:cxn modelId="{60D50EC3-2FAA-4EDE-BDF1-9EDB70B511A7}" type="presParOf" srcId="{FEB4A0FB-4B1C-4CCC-BD89-B356E5224AB6}" destId="{3A0A85A5-079A-40EB-BEB1-274EA0908E5E}" srcOrd="1" destOrd="0" presId="urn:microsoft.com/office/officeart/2005/8/layout/hierarchy2"/>
    <dgm:cxn modelId="{BAA266A9-9537-4941-A1C0-138A92ADB937}" type="presParOf" srcId="{AA1AA538-5429-49A6-9FD4-DF2AA22C706D}" destId="{90140F19-C40B-477D-AE8E-F9FE133A5C43}" srcOrd="2" destOrd="0" presId="urn:microsoft.com/office/officeart/2005/8/layout/hierarchy2"/>
    <dgm:cxn modelId="{999A42A2-DDB3-48B4-BA73-8301E98BCA35}" type="presParOf" srcId="{90140F19-C40B-477D-AE8E-F9FE133A5C43}" destId="{4779C6D8-E58C-4A73-9CAE-030C2A48BC77}" srcOrd="0" destOrd="0" presId="urn:microsoft.com/office/officeart/2005/8/layout/hierarchy2"/>
    <dgm:cxn modelId="{49E09A32-0108-428E-AAC4-DA79DAE9E24A}" type="presParOf" srcId="{AA1AA538-5429-49A6-9FD4-DF2AA22C706D}" destId="{5DB0133D-44D1-409A-89BB-0BC7218E054C}" srcOrd="3" destOrd="0" presId="urn:microsoft.com/office/officeart/2005/8/layout/hierarchy2"/>
    <dgm:cxn modelId="{38F768A1-4C3E-42AB-9DEE-C185ABD5950F}" type="presParOf" srcId="{5DB0133D-44D1-409A-89BB-0BC7218E054C}" destId="{02FB09F3-00F1-4C54-9A5B-BC8EC6B89481}" srcOrd="0" destOrd="0" presId="urn:microsoft.com/office/officeart/2005/8/layout/hierarchy2"/>
    <dgm:cxn modelId="{070BE154-6937-4271-BECB-F7E4F2133B18}" type="presParOf" srcId="{5DB0133D-44D1-409A-89BB-0BC7218E054C}" destId="{634BF7D4-E3D3-499C-AA5D-C329B16C520A}" srcOrd="1" destOrd="0" presId="urn:microsoft.com/office/officeart/2005/8/layout/hierarchy2"/>
    <dgm:cxn modelId="{3CCAC53F-53B5-4C15-8CB3-61F31C6368E2}" type="presParOf" srcId="{AA1AA538-5429-49A6-9FD4-DF2AA22C706D}" destId="{579AA1AB-B692-4CB6-A6C2-461468BBDBF2}" srcOrd="4" destOrd="0" presId="urn:microsoft.com/office/officeart/2005/8/layout/hierarchy2"/>
    <dgm:cxn modelId="{15CDCAE8-FBA9-4D81-84CE-1028DFBE3E03}" type="presParOf" srcId="{579AA1AB-B692-4CB6-A6C2-461468BBDBF2}" destId="{3BA41C13-97BB-499F-A41C-1D44688F2831}" srcOrd="0" destOrd="0" presId="urn:microsoft.com/office/officeart/2005/8/layout/hierarchy2"/>
    <dgm:cxn modelId="{1914AA15-90FD-4182-8CFA-861EFB40001C}" type="presParOf" srcId="{AA1AA538-5429-49A6-9FD4-DF2AA22C706D}" destId="{90838B83-4183-46B7-A34D-75AE5DBEBBBB}" srcOrd="5" destOrd="0" presId="urn:microsoft.com/office/officeart/2005/8/layout/hierarchy2"/>
    <dgm:cxn modelId="{A26EC146-25CE-471F-96E3-479B96642044}" type="presParOf" srcId="{90838B83-4183-46B7-A34D-75AE5DBEBBBB}" destId="{F0C612F1-36DC-4E19-90D3-E4D63F9F09D0}" srcOrd="0" destOrd="0" presId="urn:microsoft.com/office/officeart/2005/8/layout/hierarchy2"/>
    <dgm:cxn modelId="{17C74F55-D991-4210-A700-063669D64F74}" type="presParOf" srcId="{90838B83-4183-46B7-A34D-75AE5DBEBBBB}" destId="{311DE5C8-2AD7-4E99-A5CB-137BFBF55690}" srcOrd="1" destOrd="0" presId="urn:microsoft.com/office/officeart/2005/8/layout/hierarchy2"/>
    <dgm:cxn modelId="{B2CA8338-4B6E-43C9-8431-CE3FFB487B4E}" type="presParOf" srcId="{E7F1439E-C322-4D56-8DA3-83BFE19F04BE}" destId="{88F0BF0F-57ED-489C-91BE-BEEE63625C27}" srcOrd="4" destOrd="0" presId="urn:microsoft.com/office/officeart/2005/8/layout/hierarchy2"/>
    <dgm:cxn modelId="{94B32366-83C5-4036-841B-DD2B69452040}" type="presParOf" srcId="{88F0BF0F-57ED-489C-91BE-BEEE63625C27}" destId="{AE7EE89C-24C6-46BC-9090-B104F38EBC65}" srcOrd="0" destOrd="0" presId="urn:microsoft.com/office/officeart/2005/8/layout/hierarchy2"/>
    <dgm:cxn modelId="{26D610C2-50C2-466B-86DC-71E3206F59F6}" type="presParOf" srcId="{E7F1439E-C322-4D56-8DA3-83BFE19F04BE}" destId="{C4C55367-4F32-4A19-A9BB-A34F4F683A24}" srcOrd="5" destOrd="0" presId="urn:microsoft.com/office/officeart/2005/8/layout/hierarchy2"/>
    <dgm:cxn modelId="{A7476F34-150C-47EB-B722-3229394FF57A}" type="presParOf" srcId="{C4C55367-4F32-4A19-A9BB-A34F4F683A24}" destId="{C941512D-1310-4565-B7CE-9B13C22558D7}" srcOrd="0" destOrd="0" presId="urn:microsoft.com/office/officeart/2005/8/layout/hierarchy2"/>
    <dgm:cxn modelId="{2C41F0CA-001E-44F3-9F52-6AE291C2681A}" type="presParOf" srcId="{C4C55367-4F32-4A19-A9BB-A34F4F683A24}" destId="{72CC418C-DA72-4F96-BDA9-C93E34964114}" srcOrd="1" destOrd="0" presId="urn:microsoft.com/office/officeart/2005/8/layout/hierarchy2"/>
    <dgm:cxn modelId="{6CC80642-2B7F-49D3-B733-955061230038}" type="presParOf" srcId="{72CC418C-DA72-4F96-BDA9-C93E34964114}" destId="{EC89C71B-1776-401F-BC2A-95A1D3068484}" srcOrd="0" destOrd="0" presId="urn:microsoft.com/office/officeart/2005/8/layout/hierarchy2"/>
    <dgm:cxn modelId="{27332B00-3980-4392-924D-7FC0106F5432}" type="presParOf" srcId="{EC89C71B-1776-401F-BC2A-95A1D3068484}" destId="{6C00C079-03E9-4DA4-898B-FB038C9D9099}" srcOrd="0" destOrd="0" presId="urn:microsoft.com/office/officeart/2005/8/layout/hierarchy2"/>
    <dgm:cxn modelId="{13C7988E-D549-49DF-85AA-E6E36185E83E}" type="presParOf" srcId="{72CC418C-DA72-4F96-BDA9-C93E34964114}" destId="{284A60E2-E00C-4692-BBBD-C3CE3FE1B72F}" srcOrd="1" destOrd="0" presId="urn:microsoft.com/office/officeart/2005/8/layout/hierarchy2"/>
    <dgm:cxn modelId="{A2A52253-760C-479B-A9AF-74AF66BE2F5A}" type="presParOf" srcId="{284A60E2-E00C-4692-BBBD-C3CE3FE1B72F}" destId="{2076F930-5155-4E4F-A236-CC2FBB46E8AF}" srcOrd="0" destOrd="0" presId="urn:microsoft.com/office/officeart/2005/8/layout/hierarchy2"/>
    <dgm:cxn modelId="{76664403-7C37-432B-86BE-C513A1734C9F}" type="presParOf" srcId="{284A60E2-E00C-4692-BBBD-C3CE3FE1B72F}" destId="{FE46C910-8EEA-4F8A-B2A8-FA8E343CA785}" srcOrd="1" destOrd="0" presId="urn:microsoft.com/office/officeart/2005/8/layout/hierarchy2"/>
    <dgm:cxn modelId="{25956CD2-C9AC-4A06-BF8F-2F69B2EDC555}" type="presParOf" srcId="{72CC418C-DA72-4F96-BDA9-C93E34964114}" destId="{1F0AA165-0C6F-41DA-9FF7-333E1AACBE18}" srcOrd="2" destOrd="0" presId="urn:microsoft.com/office/officeart/2005/8/layout/hierarchy2"/>
    <dgm:cxn modelId="{1FFB9D82-A8D8-4203-B8F8-210D3D903B57}" type="presParOf" srcId="{1F0AA165-0C6F-41DA-9FF7-333E1AACBE18}" destId="{B7ED8091-5126-4F3E-9594-58CC0B3CDBCA}" srcOrd="0" destOrd="0" presId="urn:microsoft.com/office/officeart/2005/8/layout/hierarchy2"/>
    <dgm:cxn modelId="{406A656C-33A6-4A52-B687-E758299C99E6}" type="presParOf" srcId="{72CC418C-DA72-4F96-BDA9-C93E34964114}" destId="{8BEDCD7A-F920-4506-8E96-243E4A276924}" srcOrd="3" destOrd="0" presId="urn:microsoft.com/office/officeart/2005/8/layout/hierarchy2"/>
    <dgm:cxn modelId="{2345CC54-8065-40F5-AC66-54F402840227}" type="presParOf" srcId="{8BEDCD7A-F920-4506-8E96-243E4A276924}" destId="{24319C1F-4893-4523-9A3F-B427B657ED0F}" srcOrd="0" destOrd="0" presId="urn:microsoft.com/office/officeart/2005/8/layout/hierarchy2"/>
    <dgm:cxn modelId="{63A72B4D-8F5B-420F-BA75-11BF14E4215C}" type="presParOf" srcId="{8BEDCD7A-F920-4506-8E96-243E4A276924}" destId="{F959306E-1E86-4B39-8E22-03FF76DDDB08}" srcOrd="1" destOrd="0" presId="urn:microsoft.com/office/officeart/2005/8/layout/hierarchy2"/>
    <dgm:cxn modelId="{1843C686-0E89-45F2-9721-8C37BD390CDC}" type="presParOf" srcId="{F959306E-1E86-4B39-8E22-03FF76DDDB08}" destId="{91B63E10-81B8-4AD1-B121-B27C5355C3FE}" srcOrd="0" destOrd="0" presId="urn:microsoft.com/office/officeart/2005/8/layout/hierarchy2"/>
    <dgm:cxn modelId="{7C6D777E-6D3E-4004-B4D6-4FFEDA2B338D}" type="presParOf" srcId="{91B63E10-81B8-4AD1-B121-B27C5355C3FE}" destId="{46EBCB0B-DB1D-41D0-A7FE-F440BE1CE20F}" srcOrd="0" destOrd="0" presId="urn:microsoft.com/office/officeart/2005/8/layout/hierarchy2"/>
    <dgm:cxn modelId="{5866E81F-E7CA-4632-8E62-8BA9ABD7DBA7}" type="presParOf" srcId="{F959306E-1E86-4B39-8E22-03FF76DDDB08}" destId="{9FA6C146-3DED-4102-8115-47CB3C94EBE2}" srcOrd="1" destOrd="0" presId="urn:microsoft.com/office/officeart/2005/8/layout/hierarchy2"/>
    <dgm:cxn modelId="{028C5202-5D05-48FF-B9A4-B80AA2B83701}" type="presParOf" srcId="{9FA6C146-3DED-4102-8115-47CB3C94EBE2}" destId="{04974A44-5C66-4038-939D-6597D280AFA2}" srcOrd="0" destOrd="0" presId="urn:microsoft.com/office/officeart/2005/8/layout/hierarchy2"/>
    <dgm:cxn modelId="{BC20AB97-10E7-4354-9EED-993370540F84}" type="presParOf" srcId="{9FA6C146-3DED-4102-8115-47CB3C94EBE2}" destId="{0A2A57B9-C627-4104-8674-57CC9A870C94}" srcOrd="1" destOrd="0" presId="urn:microsoft.com/office/officeart/2005/8/layout/hierarchy2"/>
    <dgm:cxn modelId="{A7F1A6CC-8426-4E77-A6BF-7006C31B0D93}" type="presParOf" srcId="{F959306E-1E86-4B39-8E22-03FF76DDDB08}" destId="{667A88CD-225B-4985-A31B-3B9F010F7DBE}" srcOrd="2" destOrd="0" presId="urn:microsoft.com/office/officeart/2005/8/layout/hierarchy2"/>
    <dgm:cxn modelId="{F4272534-BA28-45F1-91E2-B23BF941675F}" type="presParOf" srcId="{667A88CD-225B-4985-A31B-3B9F010F7DBE}" destId="{279DE4B0-5C64-4FF3-9FAD-0D8DE7F4CAB5}" srcOrd="0" destOrd="0" presId="urn:microsoft.com/office/officeart/2005/8/layout/hierarchy2"/>
    <dgm:cxn modelId="{C56D98C9-FAFC-42E2-9558-D500BC4AD204}" type="presParOf" srcId="{F959306E-1E86-4B39-8E22-03FF76DDDB08}" destId="{4B8A3487-393A-4C0F-9B9F-61384DFB67B7}" srcOrd="3" destOrd="0" presId="urn:microsoft.com/office/officeart/2005/8/layout/hierarchy2"/>
    <dgm:cxn modelId="{B3959C55-7419-439C-B94A-5C6AEFBE5BB1}" type="presParOf" srcId="{4B8A3487-393A-4C0F-9B9F-61384DFB67B7}" destId="{45C3FCFF-78FC-4CA9-8ADB-E72F8D716C8F}" srcOrd="0" destOrd="0" presId="urn:microsoft.com/office/officeart/2005/8/layout/hierarchy2"/>
    <dgm:cxn modelId="{A7BC060F-AAFD-400F-BF18-10499F6FDF42}" type="presParOf" srcId="{4B8A3487-393A-4C0F-9B9F-61384DFB67B7}" destId="{2FD9AAE8-B2D5-48E9-AE4C-AFCFF89F0315}" srcOrd="1" destOrd="0" presId="urn:microsoft.com/office/officeart/2005/8/layout/hierarchy2"/>
    <dgm:cxn modelId="{A9B71B71-CA46-4FBC-BA45-ACEDDBC4A781}" type="presParOf" srcId="{F959306E-1E86-4B39-8E22-03FF76DDDB08}" destId="{123D4FE1-6CAC-4A03-AAB1-835BA160FD72}" srcOrd="4" destOrd="0" presId="urn:microsoft.com/office/officeart/2005/8/layout/hierarchy2"/>
    <dgm:cxn modelId="{B3AF2328-1D49-456C-8F0E-F1A9C39083AA}" type="presParOf" srcId="{123D4FE1-6CAC-4A03-AAB1-835BA160FD72}" destId="{F051123E-8CF5-4D23-81FA-80BF94CABE06}" srcOrd="0" destOrd="0" presId="urn:microsoft.com/office/officeart/2005/8/layout/hierarchy2"/>
    <dgm:cxn modelId="{26FEC9D4-8F25-4B80-A12B-8E0EA32137F4}" type="presParOf" srcId="{F959306E-1E86-4B39-8E22-03FF76DDDB08}" destId="{AD059E4D-AF40-4414-B113-91EF061C61BB}" srcOrd="5" destOrd="0" presId="urn:microsoft.com/office/officeart/2005/8/layout/hierarchy2"/>
    <dgm:cxn modelId="{20D93678-E74B-4A88-B23F-AEB7F5E39D2A}" type="presParOf" srcId="{AD059E4D-AF40-4414-B113-91EF061C61BB}" destId="{89743709-18AA-42E3-9241-DCFC3F3FD8B9}" srcOrd="0" destOrd="0" presId="urn:microsoft.com/office/officeart/2005/8/layout/hierarchy2"/>
    <dgm:cxn modelId="{1BD671C5-5510-4A7C-90C4-BF20CAD104BA}" type="presParOf" srcId="{AD059E4D-AF40-4414-B113-91EF061C61BB}" destId="{B7EF508D-6A02-447B-80CE-FCCB7B98FA20}" srcOrd="1" destOrd="0" presId="urn:microsoft.com/office/officeart/2005/8/layout/hierarchy2"/>
    <dgm:cxn modelId="{1A85DC17-26B3-48A0-AA7B-7F9E06C28519}" type="presParOf" srcId="{E7F1439E-C322-4D56-8DA3-83BFE19F04BE}" destId="{D250348E-A230-4ABC-AC37-BB3FFD6C1784}" srcOrd="6" destOrd="0" presId="urn:microsoft.com/office/officeart/2005/8/layout/hierarchy2"/>
    <dgm:cxn modelId="{D0D3894D-7C42-423A-A8BD-E490E6DF32C2}" type="presParOf" srcId="{D250348E-A230-4ABC-AC37-BB3FFD6C1784}" destId="{B8B7B82E-DDB7-47E4-B13F-D776A0FA6113}" srcOrd="0" destOrd="0" presId="urn:microsoft.com/office/officeart/2005/8/layout/hierarchy2"/>
    <dgm:cxn modelId="{200F16E2-AC1B-435A-9C6B-B77F813306E0}" type="presParOf" srcId="{E7F1439E-C322-4D56-8DA3-83BFE19F04BE}" destId="{45D24DD7-A19F-45D4-AEFD-C8052782897E}" srcOrd="7" destOrd="0" presId="urn:microsoft.com/office/officeart/2005/8/layout/hierarchy2"/>
    <dgm:cxn modelId="{49BFC17B-BEF3-46DA-BE8E-E671234BAD3F}" type="presParOf" srcId="{45D24DD7-A19F-45D4-AEFD-C8052782897E}" destId="{99B51EAC-1A13-4FAA-9A35-7E918186D956}" srcOrd="0" destOrd="0" presId="urn:microsoft.com/office/officeart/2005/8/layout/hierarchy2"/>
    <dgm:cxn modelId="{9A08D9F7-9A15-4202-A7E1-1C1FC110A0C2}" type="presParOf" srcId="{45D24DD7-A19F-45D4-AEFD-C8052782897E}" destId="{4F5ACA55-3E76-4AC5-BD0B-E6D266B0B2D4}" srcOrd="1" destOrd="0" presId="urn:microsoft.com/office/officeart/2005/8/layout/hierarchy2"/>
    <dgm:cxn modelId="{F91EE5AE-EB62-4A99-A7D3-9276CDE1A9A8}" type="presParOf" srcId="{4F5ACA55-3E76-4AC5-BD0B-E6D266B0B2D4}" destId="{5FC12573-8FFC-4FF6-A4A9-FCCA6EABC74E}" srcOrd="0" destOrd="0" presId="urn:microsoft.com/office/officeart/2005/8/layout/hierarchy2"/>
    <dgm:cxn modelId="{095FD3E5-5527-442B-ADEC-DB00869E4396}" type="presParOf" srcId="{5FC12573-8FFC-4FF6-A4A9-FCCA6EABC74E}" destId="{2819F098-720E-4DA9-BEF0-CA0A36BC54AB}" srcOrd="0" destOrd="0" presId="urn:microsoft.com/office/officeart/2005/8/layout/hierarchy2"/>
    <dgm:cxn modelId="{925B46CD-4256-405A-842B-60FF7C153776}" type="presParOf" srcId="{4F5ACA55-3E76-4AC5-BD0B-E6D266B0B2D4}" destId="{C7116AB6-A70D-4D02-92EC-4507BEAB5CAB}" srcOrd="1" destOrd="0" presId="urn:microsoft.com/office/officeart/2005/8/layout/hierarchy2"/>
    <dgm:cxn modelId="{28F7F2B4-5E4A-49AE-BBA7-99A11DF597DA}" type="presParOf" srcId="{C7116AB6-A70D-4D02-92EC-4507BEAB5CAB}" destId="{598D9E17-8B79-4692-AA4E-25C36097ECE0}" srcOrd="0" destOrd="0" presId="urn:microsoft.com/office/officeart/2005/8/layout/hierarchy2"/>
    <dgm:cxn modelId="{54C30A3F-1442-4F87-B2D9-3CD07E952BFC}" type="presParOf" srcId="{C7116AB6-A70D-4D02-92EC-4507BEAB5CAB}" destId="{7677D38B-C603-4EDE-A0D0-68242C87DE83}" srcOrd="1" destOrd="0" presId="urn:microsoft.com/office/officeart/2005/8/layout/hierarchy2"/>
    <dgm:cxn modelId="{520A6592-B634-490F-920D-9E7897F159BB}" type="presParOf" srcId="{4F5ACA55-3E76-4AC5-BD0B-E6D266B0B2D4}" destId="{A5629800-748B-4B9E-8D36-DB0A569FF20E}" srcOrd="2" destOrd="0" presId="urn:microsoft.com/office/officeart/2005/8/layout/hierarchy2"/>
    <dgm:cxn modelId="{B012A975-A00C-48E5-BC74-7FC1933D54F1}" type="presParOf" srcId="{A5629800-748B-4B9E-8D36-DB0A569FF20E}" destId="{D4575E84-FD0D-4579-803D-B9A77FE1B477}" srcOrd="0" destOrd="0" presId="urn:microsoft.com/office/officeart/2005/8/layout/hierarchy2"/>
    <dgm:cxn modelId="{82D6D0C3-2BD3-4B78-96AC-BFCE66210F25}" type="presParOf" srcId="{4F5ACA55-3E76-4AC5-BD0B-E6D266B0B2D4}" destId="{E5AB2D54-EFA2-433A-9593-BFFE08725987}" srcOrd="3" destOrd="0" presId="urn:microsoft.com/office/officeart/2005/8/layout/hierarchy2"/>
    <dgm:cxn modelId="{3375925F-560A-4192-BD01-0ADE1E5E5DC9}" type="presParOf" srcId="{E5AB2D54-EFA2-433A-9593-BFFE08725987}" destId="{73784C37-0DE1-43EF-B805-C6A4C98A6C4D}" srcOrd="0" destOrd="0" presId="urn:microsoft.com/office/officeart/2005/8/layout/hierarchy2"/>
    <dgm:cxn modelId="{72BC654A-C5D9-44B0-ABE1-E607AF59C742}" type="presParOf" srcId="{E5AB2D54-EFA2-433A-9593-BFFE08725987}" destId="{E6774C5B-CDA2-4367-92C8-DF212480C066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4B630-097B-43F5-87E7-65C63F8692A2}">
      <dsp:nvSpPr>
        <dsp:cNvPr id="0" name=""/>
        <dsp:cNvSpPr/>
      </dsp:nvSpPr>
      <dsp:spPr>
        <a:xfrm>
          <a:off x="250368" y="1060351"/>
          <a:ext cx="920229" cy="46011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Main folder</a:t>
          </a:r>
        </a:p>
      </dsp:txBody>
      <dsp:txXfrm>
        <a:off x="263844" y="1073827"/>
        <a:ext cx="893277" cy="433162"/>
      </dsp:txXfrm>
    </dsp:sp>
    <dsp:sp modelId="{FAA38E14-1CF6-4791-B861-4FC75C9E2662}">
      <dsp:nvSpPr>
        <dsp:cNvPr id="0" name=""/>
        <dsp:cNvSpPr/>
      </dsp:nvSpPr>
      <dsp:spPr>
        <a:xfrm rot="17692822">
          <a:off x="917194" y="880244"/>
          <a:ext cx="87489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74898" y="13315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32771" y="871687"/>
        <a:ext cx="43744" cy="43744"/>
      </dsp:txXfrm>
    </dsp:sp>
    <dsp:sp modelId="{E1112BA9-6574-4D81-8E3D-80288C722495}">
      <dsp:nvSpPr>
        <dsp:cNvPr id="0" name=""/>
        <dsp:cNvSpPr/>
      </dsp:nvSpPr>
      <dsp:spPr>
        <a:xfrm>
          <a:off x="1538689" y="266653"/>
          <a:ext cx="920229" cy="46011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Current</a:t>
          </a:r>
        </a:p>
      </dsp:txBody>
      <dsp:txXfrm>
        <a:off x="1552165" y="280129"/>
        <a:ext cx="893277" cy="433162"/>
      </dsp:txXfrm>
    </dsp:sp>
    <dsp:sp modelId="{216E71B6-DC10-4127-99B3-85776D95202F}">
      <dsp:nvSpPr>
        <dsp:cNvPr id="0" name=""/>
        <dsp:cNvSpPr/>
      </dsp:nvSpPr>
      <dsp:spPr>
        <a:xfrm rot="19457599">
          <a:off x="2416311" y="351112"/>
          <a:ext cx="45330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3306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31631" y="353095"/>
        <a:ext cx="22665" cy="22665"/>
      </dsp:txXfrm>
    </dsp:sp>
    <dsp:sp modelId="{27D958FE-776E-44A4-B71C-C0A5EFE17A58}">
      <dsp:nvSpPr>
        <dsp:cNvPr id="0" name=""/>
        <dsp:cNvSpPr/>
      </dsp:nvSpPr>
      <dsp:spPr>
        <a:xfrm>
          <a:off x="2827010" y="2087"/>
          <a:ext cx="920229" cy="46011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Combined file</a:t>
          </a:r>
        </a:p>
      </dsp:txBody>
      <dsp:txXfrm>
        <a:off x="2840486" y="15563"/>
        <a:ext cx="893277" cy="433162"/>
      </dsp:txXfrm>
    </dsp:sp>
    <dsp:sp modelId="{6A335683-CC60-4422-A54A-48F35A405C29}">
      <dsp:nvSpPr>
        <dsp:cNvPr id="0" name=""/>
        <dsp:cNvSpPr/>
      </dsp:nvSpPr>
      <dsp:spPr>
        <a:xfrm rot="2142401">
          <a:off x="2416311" y="615678"/>
          <a:ext cx="45330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3306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31631" y="617661"/>
        <a:ext cx="22665" cy="22665"/>
      </dsp:txXfrm>
    </dsp:sp>
    <dsp:sp modelId="{11CBA742-AD2E-495A-BBD3-C15587DE31E5}">
      <dsp:nvSpPr>
        <dsp:cNvPr id="0" name=""/>
        <dsp:cNvSpPr/>
      </dsp:nvSpPr>
      <dsp:spPr>
        <a:xfrm>
          <a:off x="2827010" y="531219"/>
          <a:ext cx="920229" cy="46011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Per-class files (ASDs, RBs etc…)</a:t>
          </a:r>
        </a:p>
      </dsp:txBody>
      <dsp:txXfrm>
        <a:off x="2840486" y="544695"/>
        <a:ext cx="893277" cy="433162"/>
      </dsp:txXfrm>
    </dsp:sp>
    <dsp:sp modelId="{547F0A6A-524B-4B6B-9F24-595E6FA151C5}">
      <dsp:nvSpPr>
        <dsp:cNvPr id="0" name=""/>
        <dsp:cNvSpPr/>
      </dsp:nvSpPr>
      <dsp:spPr>
        <a:xfrm rot="3907178">
          <a:off x="917194" y="1673941"/>
          <a:ext cx="87489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74898" y="13315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32771" y="1665384"/>
        <a:ext cx="43744" cy="43744"/>
      </dsp:txXfrm>
    </dsp:sp>
    <dsp:sp modelId="{BDEFE8A0-3007-43DF-A676-C0E36B849E3B}">
      <dsp:nvSpPr>
        <dsp:cNvPr id="0" name=""/>
        <dsp:cNvSpPr/>
      </dsp:nvSpPr>
      <dsp:spPr>
        <a:xfrm>
          <a:off x="1538689" y="1854048"/>
          <a:ext cx="920229" cy="46011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Past</a:t>
          </a:r>
        </a:p>
      </dsp:txBody>
      <dsp:txXfrm>
        <a:off x="1552165" y="1867524"/>
        <a:ext cx="893277" cy="433162"/>
      </dsp:txXfrm>
    </dsp:sp>
    <dsp:sp modelId="{F04C7F2C-EE4B-429D-B4E9-37DE1D691885}">
      <dsp:nvSpPr>
        <dsp:cNvPr id="0" name=""/>
        <dsp:cNvSpPr/>
      </dsp:nvSpPr>
      <dsp:spPr>
        <a:xfrm rot="17692822">
          <a:off x="2205515" y="1673941"/>
          <a:ext cx="87489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74898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21091" y="1665384"/>
        <a:ext cx="43744" cy="43744"/>
      </dsp:txXfrm>
    </dsp:sp>
    <dsp:sp modelId="{ED3FC658-2F9A-4066-8D40-EA896325981C}">
      <dsp:nvSpPr>
        <dsp:cNvPr id="0" name=""/>
        <dsp:cNvSpPr/>
      </dsp:nvSpPr>
      <dsp:spPr>
        <a:xfrm>
          <a:off x="2827010" y="1060351"/>
          <a:ext cx="920229" cy="46011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V289 (=current)</a:t>
          </a:r>
        </a:p>
      </dsp:txBody>
      <dsp:txXfrm>
        <a:off x="2840486" y="1073827"/>
        <a:ext cx="893277" cy="433162"/>
      </dsp:txXfrm>
    </dsp:sp>
    <dsp:sp modelId="{4634BEDD-1EE2-44BB-86CE-FF25DCB6AF8E}">
      <dsp:nvSpPr>
        <dsp:cNvPr id="0" name=""/>
        <dsp:cNvSpPr/>
      </dsp:nvSpPr>
      <dsp:spPr>
        <a:xfrm rot="19457599">
          <a:off x="2416311" y="1938507"/>
          <a:ext cx="45330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3306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31631" y="1940490"/>
        <a:ext cx="22665" cy="22665"/>
      </dsp:txXfrm>
    </dsp:sp>
    <dsp:sp modelId="{321FF7BF-E09C-4A2A-9FCD-E83BC7A91121}">
      <dsp:nvSpPr>
        <dsp:cNvPr id="0" name=""/>
        <dsp:cNvSpPr/>
      </dsp:nvSpPr>
      <dsp:spPr>
        <a:xfrm>
          <a:off x="2827010" y="1589483"/>
          <a:ext cx="920229" cy="46011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V288</a:t>
          </a:r>
        </a:p>
      </dsp:txBody>
      <dsp:txXfrm>
        <a:off x="2840486" y="1602959"/>
        <a:ext cx="893277" cy="433162"/>
      </dsp:txXfrm>
    </dsp:sp>
    <dsp:sp modelId="{52F7E44E-D9C6-46DD-AC71-F0797AD100BF}">
      <dsp:nvSpPr>
        <dsp:cNvPr id="0" name=""/>
        <dsp:cNvSpPr/>
      </dsp:nvSpPr>
      <dsp:spPr>
        <a:xfrm rot="2142401">
          <a:off x="2416311" y="2203073"/>
          <a:ext cx="45330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3306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31631" y="2205056"/>
        <a:ext cx="22665" cy="22665"/>
      </dsp:txXfrm>
    </dsp:sp>
    <dsp:sp modelId="{31DEACAC-95DB-4108-865F-0C9E45FB849A}">
      <dsp:nvSpPr>
        <dsp:cNvPr id="0" name=""/>
        <dsp:cNvSpPr/>
      </dsp:nvSpPr>
      <dsp:spPr>
        <a:xfrm>
          <a:off x="2827010" y="2118614"/>
          <a:ext cx="920229" cy="46011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V287</a:t>
          </a:r>
        </a:p>
      </dsp:txBody>
      <dsp:txXfrm>
        <a:off x="2840486" y="2132090"/>
        <a:ext cx="893277" cy="433162"/>
      </dsp:txXfrm>
    </dsp:sp>
    <dsp:sp modelId="{E5E9199F-9052-4862-B5C7-895015950DCD}">
      <dsp:nvSpPr>
        <dsp:cNvPr id="0" name=""/>
        <dsp:cNvSpPr/>
      </dsp:nvSpPr>
      <dsp:spPr>
        <a:xfrm rot="3907178">
          <a:off x="2205515" y="2467639"/>
          <a:ext cx="87489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74898" y="13315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621091" y="2459082"/>
        <a:ext cx="43744" cy="43744"/>
      </dsp:txXfrm>
    </dsp:sp>
    <dsp:sp modelId="{E4E6C635-B955-435B-AA66-7E82D9E56979}">
      <dsp:nvSpPr>
        <dsp:cNvPr id="0" name=""/>
        <dsp:cNvSpPr/>
      </dsp:nvSpPr>
      <dsp:spPr>
        <a:xfrm>
          <a:off x="2827010" y="2647746"/>
          <a:ext cx="920229" cy="46011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etc…</a:t>
          </a:r>
        </a:p>
      </dsp:txBody>
      <dsp:txXfrm>
        <a:off x="2840486" y="2661222"/>
        <a:ext cx="893277" cy="433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4B630-097B-43F5-87E7-65C63F8692A2}">
      <dsp:nvSpPr>
        <dsp:cNvPr id="0" name=""/>
        <dsp:cNvSpPr/>
      </dsp:nvSpPr>
      <dsp:spPr>
        <a:xfrm>
          <a:off x="634069" y="1622468"/>
          <a:ext cx="626314" cy="31315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Main folder</a:t>
          </a:r>
        </a:p>
      </dsp:txBody>
      <dsp:txXfrm>
        <a:off x="643241" y="1631640"/>
        <a:ext cx="607970" cy="294813"/>
      </dsp:txXfrm>
    </dsp:sp>
    <dsp:sp modelId="{FAA38E14-1CF6-4791-B861-4FC75C9E2662}">
      <dsp:nvSpPr>
        <dsp:cNvPr id="0" name=""/>
        <dsp:cNvSpPr/>
      </dsp:nvSpPr>
      <dsp:spPr>
        <a:xfrm rot="16791948">
          <a:off x="654573" y="1050863"/>
          <a:ext cx="1462146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62146" y="792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49093" y="1022231"/>
        <a:ext cx="73107" cy="73107"/>
      </dsp:txXfrm>
    </dsp:sp>
    <dsp:sp modelId="{E1112BA9-6574-4D81-8E3D-80288C722495}">
      <dsp:nvSpPr>
        <dsp:cNvPr id="0" name=""/>
        <dsp:cNvSpPr/>
      </dsp:nvSpPr>
      <dsp:spPr>
        <a:xfrm>
          <a:off x="1510910" y="181944"/>
          <a:ext cx="626314" cy="31315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Combined file</a:t>
          </a:r>
        </a:p>
      </dsp:txBody>
      <dsp:txXfrm>
        <a:off x="1520082" y="191116"/>
        <a:ext cx="607970" cy="294813"/>
      </dsp:txXfrm>
    </dsp:sp>
    <dsp:sp modelId="{216E71B6-DC10-4127-99B3-85776D95202F}">
      <dsp:nvSpPr>
        <dsp:cNvPr id="0" name=""/>
        <dsp:cNvSpPr/>
      </dsp:nvSpPr>
      <dsp:spPr>
        <a:xfrm rot="19457599">
          <a:off x="2108226" y="240568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240776"/>
        <a:ext cx="15426" cy="15426"/>
      </dsp:txXfrm>
    </dsp:sp>
    <dsp:sp modelId="{27D958FE-776E-44A4-B71C-C0A5EFE17A58}">
      <dsp:nvSpPr>
        <dsp:cNvPr id="0" name=""/>
        <dsp:cNvSpPr/>
      </dsp:nvSpPr>
      <dsp:spPr>
        <a:xfrm>
          <a:off x="2387750" y="1878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Current</a:t>
          </a:r>
        </a:p>
      </dsp:txBody>
      <dsp:txXfrm>
        <a:off x="2396922" y="11050"/>
        <a:ext cx="607970" cy="294813"/>
      </dsp:txXfrm>
    </dsp:sp>
    <dsp:sp modelId="{6A335683-CC60-4422-A54A-48F35A405C29}">
      <dsp:nvSpPr>
        <dsp:cNvPr id="0" name=""/>
        <dsp:cNvSpPr/>
      </dsp:nvSpPr>
      <dsp:spPr>
        <a:xfrm rot="2142401">
          <a:off x="2108226" y="420634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420842"/>
        <a:ext cx="15426" cy="15426"/>
      </dsp:txXfrm>
    </dsp:sp>
    <dsp:sp modelId="{11CBA742-AD2E-495A-BBD3-C15587DE31E5}">
      <dsp:nvSpPr>
        <dsp:cNvPr id="0" name=""/>
        <dsp:cNvSpPr/>
      </dsp:nvSpPr>
      <dsp:spPr>
        <a:xfrm>
          <a:off x="2387750" y="362009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Past</a:t>
          </a:r>
        </a:p>
      </dsp:txBody>
      <dsp:txXfrm>
        <a:off x="2396922" y="371181"/>
        <a:ext cx="607970" cy="294813"/>
      </dsp:txXfrm>
    </dsp:sp>
    <dsp:sp modelId="{1CC92773-1711-4DAD-B061-A514E4F59D72}">
      <dsp:nvSpPr>
        <dsp:cNvPr id="0" name=""/>
        <dsp:cNvSpPr/>
      </dsp:nvSpPr>
      <dsp:spPr>
        <a:xfrm rot="18289469">
          <a:off x="2919978" y="330601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327555"/>
        <a:ext cx="21934" cy="21934"/>
      </dsp:txXfrm>
    </dsp:sp>
    <dsp:sp modelId="{B78D2E4F-63BA-4ED8-93D8-195D1EC0E608}">
      <dsp:nvSpPr>
        <dsp:cNvPr id="0" name=""/>
        <dsp:cNvSpPr/>
      </dsp:nvSpPr>
      <dsp:spPr>
        <a:xfrm>
          <a:off x="3264591" y="1878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V289 (=current)</a:t>
          </a:r>
        </a:p>
      </dsp:txBody>
      <dsp:txXfrm>
        <a:off x="3273763" y="11050"/>
        <a:ext cx="607970" cy="294813"/>
      </dsp:txXfrm>
    </dsp:sp>
    <dsp:sp modelId="{547368D9-1D78-4A55-B2C6-9EE5BE53C406}">
      <dsp:nvSpPr>
        <dsp:cNvPr id="0" name=""/>
        <dsp:cNvSpPr/>
      </dsp:nvSpPr>
      <dsp:spPr>
        <a:xfrm>
          <a:off x="3014065" y="510667"/>
          <a:ext cx="25052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50525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33065" y="512325"/>
        <a:ext cx="12526" cy="12526"/>
      </dsp:txXfrm>
    </dsp:sp>
    <dsp:sp modelId="{67B23E9E-7018-4D5E-AAE0-93C3C6B64C4E}">
      <dsp:nvSpPr>
        <dsp:cNvPr id="0" name=""/>
        <dsp:cNvSpPr/>
      </dsp:nvSpPr>
      <dsp:spPr>
        <a:xfrm>
          <a:off x="3264591" y="362009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V288</a:t>
          </a:r>
        </a:p>
      </dsp:txBody>
      <dsp:txXfrm>
        <a:off x="3273763" y="371181"/>
        <a:ext cx="607970" cy="294813"/>
      </dsp:txXfrm>
    </dsp:sp>
    <dsp:sp modelId="{D1BBB13F-EABC-4C9A-B4F1-104BE6E868F6}">
      <dsp:nvSpPr>
        <dsp:cNvPr id="0" name=""/>
        <dsp:cNvSpPr/>
      </dsp:nvSpPr>
      <dsp:spPr>
        <a:xfrm rot="3310531">
          <a:off x="2919978" y="690732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687686"/>
        <a:ext cx="21934" cy="21934"/>
      </dsp:txXfrm>
    </dsp:sp>
    <dsp:sp modelId="{90E38274-9DEA-43F4-A5B3-23AC55155D44}">
      <dsp:nvSpPr>
        <dsp:cNvPr id="0" name=""/>
        <dsp:cNvSpPr/>
      </dsp:nvSpPr>
      <dsp:spPr>
        <a:xfrm>
          <a:off x="3264591" y="722140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etc…</a:t>
          </a:r>
        </a:p>
      </dsp:txBody>
      <dsp:txXfrm>
        <a:off x="3273763" y="731312"/>
        <a:ext cx="607970" cy="294813"/>
      </dsp:txXfrm>
    </dsp:sp>
    <dsp:sp modelId="{0879A5EA-341A-4CCE-9EF5-C7604B12E099}">
      <dsp:nvSpPr>
        <dsp:cNvPr id="0" name=""/>
        <dsp:cNvSpPr/>
      </dsp:nvSpPr>
      <dsp:spPr>
        <a:xfrm rot="18289469">
          <a:off x="1166297" y="1591060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74679" y="1588013"/>
        <a:ext cx="21934" cy="21934"/>
      </dsp:txXfrm>
    </dsp:sp>
    <dsp:sp modelId="{08DC7AA3-6C35-4637-9CC2-BEDF5302C5A2}">
      <dsp:nvSpPr>
        <dsp:cNvPr id="0" name=""/>
        <dsp:cNvSpPr/>
      </dsp:nvSpPr>
      <dsp:spPr>
        <a:xfrm>
          <a:off x="1510910" y="1262337"/>
          <a:ext cx="626314" cy="31315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ASD file</a:t>
          </a:r>
        </a:p>
      </dsp:txBody>
      <dsp:txXfrm>
        <a:off x="1520082" y="1271509"/>
        <a:ext cx="607970" cy="294813"/>
      </dsp:txXfrm>
    </dsp:sp>
    <dsp:sp modelId="{316AB5A7-331A-4A36-8404-B0239E398995}">
      <dsp:nvSpPr>
        <dsp:cNvPr id="0" name=""/>
        <dsp:cNvSpPr/>
      </dsp:nvSpPr>
      <dsp:spPr>
        <a:xfrm rot="19457599">
          <a:off x="2108226" y="1320962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1321170"/>
        <a:ext cx="15426" cy="15426"/>
      </dsp:txXfrm>
    </dsp:sp>
    <dsp:sp modelId="{BB7EE086-C8DF-42AB-BD78-D6651A6B07BB}">
      <dsp:nvSpPr>
        <dsp:cNvPr id="0" name=""/>
        <dsp:cNvSpPr/>
      </dsp:nvSpPr>
      <dsp:spPr>
        <a:xfrm>
          <a:off x="2387750" y="1082271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Current</a:t>
          </a:r>
        </a:p>
      </dsp:txBody>
      <dsp:txXfrm>
        <a:off x="2396922" y="1091443"/>
        <a:ext cx="607970" cy="294813"/>
      </dsp:txXfrm>
    </dsp:sp>
    <dsp:sp modelId="{CD49F241-BDEB-4914-8316-5622F53F57B1}">
      <dsp:nvSpPr>
        <dsp:cNvPr id="0" name=""/>
        <dsp:cNvSpPr/>
      </dsp:nvSpPr>
      <dsp:spPr>
        <a:xfrm rot="2142401">
          <a:off x="2108226" y="1501027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1501235"/>
        <a:ext cx="15426" cy="15426"/>
      </dsp:txXfrm>
    </dsp:sp>
    <dsp:sp modelId="{BDC0A9A6-74E2-43CE-8376-6869C87F2576}">
      <dsp:nvSpPr>
        <dsp:cNvPr id="0" name=""/>
        <dsp:cNvSpPr/>
      </dsp:nvSpPr>
      <dsp:spPr>
        <a:xfrm>
          <a:off x="2387750" y="1442402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Past</a:t>
          </a:r>
        </a:p>
      </dsp:txBody>
      <dsp:txXfrm>
        <a:off x="2396922" y="1451574"/>
        <a:ext cx="607970" cy="294813"/>
      </dsp:txXfrm>
    </dsp:sp>
    <dsp:sp modelId="{F3B1106A-628D-4BFA-A943-6CADFF563B85}">
      <dsp:nvSpPr>
        <dsp:cNvPr id="0" name=""/>
        <dsp:cNvSpPr/>
      </dsp:nvSpPr>
      <dsp:spPr>
        <a:xfrm rot="18289469">
          <a:off x="2919978" y="1410994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1407948"/>
        <a:ext cx="21934" cy="21934"/>
      </dsp:txXfrm>
    </dsp:sp>
    <dsp:sp modelId="{B0F9D3F4-F323-4E65-85CA-3DE57E8FC770}">
      <dsp:nvSpPr>
        <dsp:cNvPr id="0" name=""/>
        <dsp:cNvSpPr/>
      </dsp:nvSpPr>
      <dsp:spPr>
        <a:xfrm>
          <a:off x="3264591" y="1082271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V12 (=current)</a:t>
          </a:r>
        </a:p>
      </dsp:txBody>
      <dsp:txXfrm>
        <a:off x="3273763" y="1091443"/>
        <a:ext cx="607970" cy="294813"/>
      </dsp:txXfrm>
    </dsp:sp>
    <dsp:sp modelId="{90140F19-C40B-477D-AE8E-F9FE133A5C43}">
      <dsp:nvSpPr>
        <dsp:cNvPr id="0" name=""/>
        <dsp:cNvSpPr/>
      </dsp:nvSpPr>
      <dsp:spPr>
        <a:xfrm>
          <a:off x="3014065" y="1591060"/>
          <a:ext cx="25052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50525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33065" y="1592718"/>
        <a:ext cx="12526" cy="12526"/>
      </dsp:txXfrm>
    </dsp:sp>
    <dsp:sp modelId="{02FB09F3-00F1-4C54-9A5B-BC8EC6B89481}">
      <dsp:nvSpPr>
        <dsp:cNvPr id="0" name=""/>
        <dsp:cNvSpPr/>
      </dsp:nvSpPr>
      <dsp:spPr>
        <a:xfrm>
          <a:off x="3264591" y="1442402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V11</a:t>
          </a:r>
        </a:p>
      </dsp:txBody>
      <dsp:txXfrm>
        <a:off x="3273763" y="1451574"/>
        <a:ext cx="607970" cy="294813"/>
      </dsp:txXfrm>
    </dsp:sp>
    <dsp:sp modelId="{579AA1AB-B692-4CB6-A6C2-461468BBDBF2}">
      <dsp:nvSpPr>
        <dsp:cNvPr id="0" name=""/>
        <dsp:cNvSpPr/>
      </dsp:nvSpPr>
      <dsp:spPr>
        <a:xfrm rot="3310531">
          <a:off x="2919978" y="1771125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1768079"/>
        <a:ext cx="21934" cy="21934"/>
      </dsp:txXfrm>
    </dsp:sp>
    <dsp:sp modelId="{F0C612F1-36DC-4E19-90D3-E4D63F9F09D0}">
      <dsp:nvSpPr>
        <dsp:cNvPr id="0" name=""/>
        <dsp:cNvSpPr/>
      </dsp:nvSpPr>
      <dsp:spPr>
        <a:xfrm>
          <a:off x="3264591" y="1802533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etc…</a:t>
          </a:r>
        </a:p>
      </dsp:txBody>
      <dsp:txXfrm>
        <a:off x="3273763" y="1811705"/>
        <a:ext cx="607970" cy="294813"/>
      </dsp:txXfrm>
    </dsp:sp>
    <dsp:sp modelId="{88F0BF0F-57ED-489C-91BE-BEEE63625C27}">
      <dsp:nvSpPr>
        <dsp:cNvPr id="0" name=""/>
        <dsp:cNvSpPr/>
      </dsp:nvSpPr>
      <dsp:spPr>
        <a:xfrm rot="4249260">
          <a:off x="1004353" y="2131256"/>
          <a:ext cx="762588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762588" y="792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66582" y="2120113"/>
        <a:ext cx="38129" cy="38129"/>
      </dsp:txXfrm>
    </dsp:sp>
    <dsp:sp modelId="{C941512D-1310-4565-B7CE-9B13C22558D7}">
      <dsp:nvSpPr>
        <dsp:cNvPr id="0" name=""/>
        <dsp:cNvSpPr/>
      </dsp:nvSpPr>
      <dsp:spPr>
        <a:xfrm>
          <a:off x="1510910" y="2342730"/>
          <a:ext cx="626314" cy="31315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MPA file</a:t>
          </a:r>
        </a:p>
      </dsp:txBody>
      <dsp:txXfrm>
        <a:off x="1520082" y="2351902"/>
        <a:ext cx="607970" cy="294813"/>
      </dsp:txXfrm>
    </dsp:sp>
    <dsp:sp modelId="{EC89C71B-1776-401F-BC2A-95A1D3068484}">
      <dsp:nvSpPr>
        <dsp:cNvPr id="0" name=""/>
        <dsp:cNvSpPr/>
      </dsp:nvSpPr>
      <dsp:spPr>
        <a:xfrm rot="19457599">
          <a:off x="2108226" y="2401355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2401563"/>
        <a:ext cx="15426" cy="15426"/>
      </dsp:txXfrm>
    </dsp:sp>
    <dsp:sp modelId="{2076F930-5155-4E4F-A236-CC2FBB46E8AF}">
      <dsp:nvSpPr>
        <dsp:cNvPr id="0" name=""/>
        <dsp:cNvSpPr/>
      </dsp:nvSpPr>
      <dsp:spPr>
        <a:xfrm>
          <a:off x="2387750" y="2162664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Current</a:t>
          </a:r>
        </a:p>
      </dsp:txBody>
      <dsp:txXfrm>
        <a:off x="2396922" y="2171836"/>
        <a:ext cx="607970" cy="294813"/>
      </dsp:txXfrm>
    </dsp:sp>
    <dsp:sp modelId="{1F0AA165-0C6F-41DA-9FF7-333E1AACBE18}">
      <dsp:nvSpPr>
        <dsp:cNvPr id="0" name=""/>
        <dsp:cNvSpPr/>
      </dsp:nvSpPr>
      <dsp:spPr>
        <a:xfrm rot="2142401">
          <a:off x="2108226" y="2581420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2581628"/>
        <a:ext cx="15426" cy="15426"/>
      </dsp:txXfrm>
    </dsp:sp>
    <dsp:sp modelId="{24319C1F-4893-4523-9A3F-B427B657ED0F}">
      <dsp:nvSpPr>
        <dsp:cNvPr id="0" name=""/>
        <dsp:cNvSpPr/>
      </dsp:nvSpPr>
      <dsp:spPr>
        <a:xfrm>
          <a:off x="2387750" y="2522795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Past</a:t>
          </a:r>
        </a:p>
      </dsp:txBody>
      <dsp:txXfrm>
        <a:off x="2396922" y="2531967"/>
        <a:ext cx="607970" cy="294813"/>
      </dsp:txXfrm>
    </dsp:sp>
    <dsp:sp modelId="{91B63E10-81B8-4AD1-B121-B27C5355C3FE}">
      <dsp:nvSpPr>
        <dsp:cNvPr id="0" name=""/>
        <dsp:cNvSpPr/>
      </dsp:nvSpPr>
      <dsp:spPr>
        <a:xfrm rot="18289469">
          <a:off x="2919978" y="2491387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2488341"/>
        <a:ext cx="21934" cy="21934"/>
      </dsp:txXfrm>
    </dsp:sp>
    <dsp:sp modelId="{04974A44-5C66-4038-939D-6597D280AFA2}">
      <dsp:nvSpPr>
        <dsp:cNvPr id="0" name=""/>
        <dsp:cNvSpPr/>
      </dsp:nvSpPr>
      <dsp:spPr>
        <a:xfrm>
          <a:off x="3264591" y="2162664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V3 (=current)</a:t>
          </a:r>
        </a:p>
      </dsp:txBody>
      <dsp:txXfrm>
        <a:off x="3273763" y="2171836"/>
        <a:ext cx="607970" cy="294813"/>
      </dsp:txXfrm>
    </dsp:sp>
    <dsp:sp modelId="{667A88CD-225B-4985-A31B-3B9F010F7DBE}">
      <dsp:nvSpPr>
        <dsp:cNvPr id="0" name=""/>
        <dsp:cNvSpPr/>
      </dsp:nvSpPr>
      <dsp:spPr>
        <a:xfrm>
          <a:off x="3014065" y="2671453"/>
          <a:ext cx="25052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50525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33065" y="2673111"/>
        <a:ext cx="12526" cy="12526"/>
      </dsp:txXfrm>
    </dsp:sp>
    <dsp:sp modelId="{45C3FCFF-78FC-4CA9-8ADB-E72F8D716C8F}">
      <dsp:nvSpPr>
        <dsp:cNvPr id="0" name=""/>
        <dsp:cNvSpPr/>
      </dsp:nvSpPr>
      <dsp:spPr>
        <a:xfrm>
          <a:off x="3264591" y="2522795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V2</a:t>
          </a:r>
        </a:p>
      </dsp:txBody>
      <dsp:txXfrm>
        <a:off x="3273763" y="2531967"/>
        <a:ext cx="607970" cy="294813"/>
      </dsp:txXfrm>
    </dsp:sp>
    <dsp:sp modelId="{123D4FE1-6CAC-4A03-AAB1-835BA160FD72}">
      <dsp:nvSpPr>
        <dsp:cNvPr id="0" name=""/>
        <dsp:cNvSpPr/>
      </dsp:nvSpPr>
      <dsp:spPr>
        <a:xfrm rot="3310531">
          <a:off x="2919978" y="2851519"/>
          <a:ext cx="43869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8699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3128361" y="2848472"/>
        <a:ext cx="21934" cy="21934"/>
      </dsp:txXfrm>
    </dsp:sp>
    <dsp:sp modelId="{89743709-18AA-42E3-9241-DCFC3F3FD8B9}">
      <dsp:nvSpPr>
        <dsp:cNvPr id="0" name=""/>
        <dsp:cNvSpPr/>
      </dsp:nvSpPr>
      <dsp:spPr>
        <a:xfrm>
          <a:off x="3264591" y="2882926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etc…</a:t>
          </a:r>
        </a:p>
      </dsp:txBody>
      <dsp:txXfrm>
        <a:off x="3273763" y="2892098"/>
        <a:ext cx="607970" cy="294813"/>
      </dsp:txXfrm>
    </dsp:sp>
    <dsp:sp modelId="{D250348E-A230-4ABC-AC37-BB3FFD6C1784}">
      <dsp:nvSpPr>
        <dsp:cNvPr id="0" name=""/>
        <dsp:cNvSpPr/>
      </dsp:nvSpPr>
      <dsp:spPr>
        <a:xfrm rot="4808052">
          <a:off x="654573" y="2491387"/>
          <a:ext cx="1462146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462146" y="792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1349093" y="2462755"/>
        <a:ext cx="73107" cy="73107"/>
      </dsp:txXfrm>
    </dsp:sp>
    <dsp:sp modelId="{99B51EAC-1A13-4FAA-9A35-7E918186D956}">
      <dsp:nvSpPr>
        <dsp:cNvPr id="0" name=""/>
        <dsp:cNvSpPr/>
      </dsp:nvSpPr>
      <dsp:spPr>
        <a:xfrm>
          <a:off x="1510910" y="3062992"/>
          <a:ext cx="626314" cy="3131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etc…</a:t>
          </a:r>
        </a:p>
      </dsp:txBody>
      <dsp:txXfrm>
        <a:off x="1520082" y="3072164"/>
        <a:ext cx="607970" cy="294813"/>
      </dsp:txXfrm>
    </dsp:sp>
    <dsp:sp modelId="{5FC12573-8FFC-4FF6-A4A9-FCCA6EABC74E}">
      <dsp:nvSpPr>
        <dsp:cNvPr id="0" name=""/>
        <dsp:cNvSpPr/>
      </dsp:nvSpPr>
      <dsp:spPr>
        <a:xfrm rot="19457599">
          <a:off x="2108226" y="3121617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3121825"/>
        <a:ext cx="15426" cy="15426"/>
      </dsp:txXfrm>
    </dsp:sp>
    <dsp:sp modelId="{598D9E17-8B79-4692-AA4E-25C36097ECE0}">
      <dsp:nvSpPr>
        <dsp:cNvPr id="0" name=""/>
        <dsp:cNvSpPr/>
      </dsp:nvSpPr>
      <dsp:spPr>
        <a:xfrm>
          <a:off x="2387750" y="2882926"/>
          <a:ext cx="626314" cy="31315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Current</a:t>
          </a:r>
        </a:p>
      </dsp:txBody>
      <dsp:txXfrm>
        <a:off x="2396922" y="2892098"/>
        <a:ext cx="607970" cy="294813"/>
      </dsp:txXfrm>
    </dsp:sp>
    <dsp:sp modelId="{A5629800-748B-4B9E-8D36-DB0A569FF20E}">
      <dsp:nvSpPr>
        <dsp:cNvPr id="0" name=""/>
        <dsp:cNvSpPr/>
      </dsp:nvSpPr>
      <dsp:spPr>
        <a:xfrm rot="2142401">
          <a:off x="2108226" y="3301682"/>
          <a:ext cx="30852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08523" y="792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00" kern="1200"/>
        </a:p>
      </dsp:txBody>
      <dsp:txXfrm>
        <a:off x="2254774" y="3301890"/>
        <a:ext cx="15426" cy="15426"/>
      </dsp:txXfrm>
    </dsp:sp>
    <dsp:sp modelId="{73784C37-0DE1-43EF-B805-C6A4C98A6C4D}">
      <dsp:nvSpPr>
        <dsp:cNvPr id="0" name=""/>
        <dsp:cNvSpPr/>
      </dsp:nvSpPr>
      <dsp:spPr>
        <a:xfrm>
          <a:off x="2387750" y="3243058"/>
          <a:ext cx="626314" cy="31315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Past</a:t>
          </a:r>
        </a:p>
      </dsp:txBody>
      <dsp:txXfrm>
        <a:off x="2396922" y="3252230"/>
        <a:ext cx="607970" cy="294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F228-D267-2B0D-1BC4-10A8ED2B0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A4481-10C4-A2E1-8803-87EDC5D4E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234CE-4165-EF78-B534-EAC93AC1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B12AF-5F67-813D-5053-B5E3B1C0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7BFE7-E93F-01AB-9ADD-6AA05B15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356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F5A-9948-F084-8436-FE976680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3993E-AAAD-2748-C481-F7FB20630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32E9B-1CFD-9319-DAD4-DB587B4B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2813-51EE-D1AF-D861-B87D5D0A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BFA1C-7ECE-BDFF-C566-95D84D83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82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715A-7DB0-0B05-9848-3F7C7673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DBC64-2BEC-02E6-72D6-C8F088521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B3902-6C48-CC73-D6F8-798C9CDE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F6915-E7FC-720A-461C-D171CDAA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A0183-1D44-2939-1257-955F90CC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30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3EB1-D88A-D8BE-2B5F-9997B43D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7EE5-EDFC-9DA8-D53C-1A90A73C9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5B661-BC5C-0593-0C8E-BCA09EF22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2B573-E8E4-BF46-8083-49128F88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5D424-EA62-89FD-9015-7A463F95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BA079-1BA3-5933-82B2-AFC5FAC1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84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D2AF-FC98-5CD4-8BAD-29594E20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1CE58-D06B-0476-7FD6-75897E5C7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2E887-087F-BD81-7FF9-31FBF0DD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73F6C-697C-AE50-486D-E2A70987D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6E7D3-AD22-12CD-1E70-2AA6388E3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ABD81-84FB-6A7A-8E91-78BD4139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9E486-B7EA-3481-1045-8684486E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7B598-0746-062E-E46B-A2653CF3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4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FA3C-8696-AFC3-839C-D55231B8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0448F-F593-3A02-A50F-0F9EFF65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8F534-382D-2B90-6157-4F1DB90E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C4F06-B1BE-C94B-5258-F4EA5938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934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3A782-8FA8-9BC9-9873-EE6DBAA8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22DB6-BB24-502C-3A8A-B61023EA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D4259-8F58-D15E-4646-BD6C975D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EE18-89A9-3A9A-7A1B-A98BE94F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EA3E-806B-C7DB-35E9-D70BA05A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2DC0A-6906-7A8F-0619-D66B99C5F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4C27E-E746-C179-5FE7-6BAADD65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DEB9A-BB1D-D350-B32D-118D15C2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704DE-1EA5-8426-2333-1BB2BAAB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117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B244-6DF6-B3CC-23D5-39F8CF45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D2024-5602-1815-9A0B-4042CB0F2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E5640-6560-F752-2453-611B7A3D6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42C2-E9D4-2A97-DDDB-81C04617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C82EC-2940-3A10-B666-01A07F96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389B7-634F-AB3D-E50E-2EB8F926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70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687B-B052-8B01-D6B0-AF2FA3CB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E60FA-C14C-7E8D-490C-218FECCFB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3FCD6-CA95-FE44-381D-1BD60821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382A9-FB33-E2AA-5410-4C1B6063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443C5-FE44-77A3-2F1D-3FAE092A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838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ABC8F-AD53-9443-C837-BAECAE515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F56CA-9DCC-7DA0-D34E-85C34E212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0C39-8921-7E10-213D-5BD34063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F8CDB-9F39-05F0-6597-24503FBC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F04BD-F26E-A826-CB96-04D933A4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54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A35FC-9A89-19F7-AAE7-E51F5B21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B8D2B-5C93-8482-7DF4-4D18A6007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6327A-F65D-2756-1119-DE312B429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BAC68-F5E1-484B-9E57-45E8673EDBC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F2166-C7F4-2930-FFE4-4CE09E5A2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40E6-0CFA-FBF7-DEC5-17250FF2B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65CC2-8389-4BC4-91D0-9D0677A0A3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86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2F5270-E188-FE30-D437-0FF4D3120884}"/>
              </a:ext>
            </a:extLst>
          </p:cNvPr>
          <p:cNvCxnSpPr/>
          <p:nvPr/>
        </p:nvCxnSpPr>
        <p:spPr>
          <a:xfrm>
            <a:off x="0" y="3223034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1EA6B8-5F45-1DDB-D97F-6940706F4C41}"/>
              </a:ext>
            </a:extLst>
          </p:cNvPr>
          <p:cNvSpPr txBox="1"/>
          <p:nvPr/>
        </p:nvSpPr>
        <p:spPr>
          <a:xfrm>
            <a:off x="0" y="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Option 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12071B6-6661-6BB0-C5B1-2DB9BA7E07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769357"/>
              </p:ext>
            </p:extLst>
          </p:nvPr>
        </p:nvGraphicFramePr>
        <p:xfrm>
          <a:off x="1280562" y="36214"/>
          <a:ext cx="3997608" cy="3109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28102E-62F1-4501-930C-11ED8917E24C}"/>
              </a:ext>
            </a:extLst>
          </p:cNvPr>
          <p:cNvSpPr txBox="1"/>
          <p:nvPr/>
        </p:nvSpPr>
        <p:spPr>
          <a:xfrm>
            <a:off x="5278170" y="369332"/>
            <a:ext cx="67629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Description</a:t>
            </a:r>
            <a:r>
              <a:rPr lang="en-AU" dirty="0"/>
              <a:t>: One folder for all files, which all share a version number and </a:t>
            </a:r>
            <a:r>
              <a:rPr lang="en-AU" dirty="0" err="1"/>
              <a:t>doi</a:t>
            </a:r>
            <a:r>
              <a:rPr lang="en-AU" dirty="0"/>
              <a:t> (but have separate URLs in the repo)</a:t>
            </a:r>
          </a:p>
          <a:p>
            <a:r>
              <a:rPr lang="en-AU" b="1" dirty="0"/>
              <a:t>Advantages</a:t>
            </a:r>
            <a:r>
              <a:rPr lang="en-AU" dirty="0"/>
              <a:t>: Simplest versioning approach, only one </a:t>
            </a:r>
            <a:r>
              <a:rPr lang="en-AU" dirty="0" err="1"/>
              <a:t>doi</a:t>
            </a:r>
            <a:r>
              <a:rPr lang="en-AU" dirty="0"/>
              <a:t> to deal with, easier to maintain, no confusion about versions: </a:t>
            </a:r>
            <a:r>
              <a:rPr lang="en-AU" i="1" dirty="0"/>
              <a:t>the latest spatial objects are V289.</a:t>
            </a:r>
          </a:p>
          <a:p>
            <a:r>
              <a:rPr lang="en-AU" b="1" dirty="0"/>
              <a:t>Disadvantages</a:t>
            </a:r>
            <a:r>
              <a:rPr lang="en-AU" dirty="0"/>
              <a:t>: If one vertex of one RB is changed, the whole dataset gets a new version. That’s not very elegant, but it ensures simplicity.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F557D-3CBF-129C-620A-20972E2FAD0A}"/>
              </a:ext>
            </a:extLst>
          </p:cNvPr>
          <p:cNvSpPr txBox="1"/>
          <p:nvPr/>
        </p:nvSpPr>
        <p:spPr>
          <a:xfrm>
            <a:off x="2012" y="322303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Option 2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193BE5A-A431-6400-8B53-9377916C90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247591"/>
              </p:ext>
            </p:extLst>
          </p:nvPr>
        </p:nvGraphicFramePr>
        <p:xfrm>
          <a:off x="618524" y="3299906"/>
          <a:ext cx="4524976" cy="3558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0F8AC96-27AC-9563-FA2A-E0B65C1DA4BD}"/>
              </a:ext>
            </a:extLst>
          </p:cNvPr>
          <p:cNvSpPr txBox="1"/>
          <p:nvPr/>
        </p:nvSpPr>
        <p:spPr>
          <a:xfrm>
            <a:off x="5280182" y="3592366"/>
            <a:ext cx="67629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Description</a:t>
            </a:r>
            <a:r>
              <a:rPr lang="en-AU" dirty="0"/>
              <a:t>: One folder for each class of files, which all have a version number and </a:t>
            </a:r>
            <a:r>
              <a:rPr lang="en-AU" dirty="0" err="1"/>
              <a:t>doi</a:t>
            </a:r>
            <a:r>
              <a:rPr lang="en-AU" dirty="0"/>
              <a:t>. </a:t>
            </a:r>
          </a:p>
          <a:p>
            <a:r>
              <a:rPr lang="en-AU" b="1" dirty="0"/>
              <a:t>Advantages</a:t>
            </a:r>
            <a:r>
              <a:rPr lang="en-AU" dirty="0"/>
              <a:t>: Accurate tracking of each class version.</a:t>
            </a:r>
            <a:endParaRPr lang="en-AU" i="1" dirty="0"/>
          </a:p>
          <a:p>
            <a:r>
              <a:rPr lang="en-AU" b="1" dirty="0"/>
              <a:t>Disadvantages</a:t>
            </a:r>
            <a:r>
              <a:rPr lang="en-AU" dirty="0"/>
              <a:t>: Complex maintenance and frequent </a:t>
            </a:r>
            <a:r>
              <a:rPr lang="en-AU" dirty="0" err="1"/>
              <a:t>doi</a:t>
            </a:r>
            <a:r>
              <a:rPr lang="en-AU" dirty="0"/>
              <a:t> generation and requires users to dig through subfolders to find the latest file. Also, if one vertex is changed in an RB, this will require a new version for the RB file </a:t>
            </a:r>
            <a:r>
              <a:rPr lang="en-AU" b="1" u="sng" dirty="0"/>
              <a:t>AND</a:t>
            </a:r>
            <a:r>
              <a:rPr lang="en-AU" dirty="0"/>
              <a:t> a new version for the combined file (and 2 new </a:t>
            </a:r>
            <a:r>
              <a:rPr lang="en-AU" dirty="0" err="1"/>
              <a:t>dois</a:t>
            </a:r>
            <a:r>
              <a:rPr lang="en-AU" dirty="0"/>
              <a:t> to go with these).</a:t>
            </a:r>
          </a:p>
        </p:txBody>
      </p:sp>
    </p:spTree>
    <p:extLst>
      <p:ext uri="{BB962C8B-B14F-4D97-AF65-F5344CB8AC3E}">
        <p14:creationId xmlns:p14="http://schemas.microsoft.com/office/powerpoint/2010/main" val="379677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236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Stéphane Thanassekos</dc:creator>
  <cp:lastModifiedBy>Stéphane Thanassekos</cp:lastModifiedBy>
  <cp:revision>2</cp:revision>
  <dcterms:created xsi:type="dcterms:W3CDTF">2026-04-13T22:55:29Z</dcterms:created>
  <dcterms:modified xsi:type="dcterms:W3CDTF">2026-04-13T23:31:28Z</dcterms:modified>
</cp:coreProperties>
</file>