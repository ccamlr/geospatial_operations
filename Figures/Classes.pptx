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0BBB-8555-69B6-87F2-60744D99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9D7DB-0A00-B166-5A0B-C84EC5E33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12859-26D8-AD5A-ABB2-93CDF911B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6E79-B693-7274-747E-06AB5348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0C7B6-6AE8-4E6F-A991-5E1AF61A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3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1980B-4E9B-36A6-1A6F-7FFD7511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444C-B3E3-3A8C-E22A-E6DB36BBC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6C5B-6484-BC7E-2B23-4EED308E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33C4A-94E2-44E2-B5E4-E0CEA067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B1F2F-7197-9188-837A-EA7A6205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4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BEA5-415A-4FC4-3986-CA56F200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77089-7370-436F-C0AD-997416690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1DE89-FE48-55F6-E896-C7D048D3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36A96-6C24-A150-2CD5-523BBFDB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14203-FCB3-0C33-D3BF-A081DCD3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12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1B5F-F934-F246-0918-EBC73D8C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9EF5-3A46-602D-DB2C-236A73F4D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C49AC-EFBD-3680-FD82-E1F808445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299C0-268A-4D86-BC56-942442AEB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F2909-A70F-3069-0094-F05AED32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9F8E7-E2F4-9635-35D2-A58509CE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708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E81E8-42B3-2092-68AF-44257032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A0E4B-9464-25EB-ED3C-919BE69E3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D9F9F-CEDF-5154-CA60-5AE0076BC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05D74-82D9-7F56-98A4-9E034B593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D70D9-8109-41EF-87C1-54BB89E3C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0F2A1-6718-C516-D6BF-A69EC19F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FCE431-C76C-884C-E9F7-DB6CCD06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78213-6194-35D1-1BE4-1E61BF3D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22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CE2C-DB4C-0220-5515-E65E4470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8E788-20CE-AF21-5C05-027561D3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38758-0DB9-AF11-C030-E847C8C8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CFDC3-1080-AED1-4CDE-E5E14317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83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39B50-ADFF-FDFF-B199-8A8CD7A7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02B63-2F0B-48AD-DD83-7CF38960E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8B7CC-EB92-A7B6-090D-B21F01F6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975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6059-773E-7FBF-D2E0-F931CE492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1C094-5C15-13B0-C482-3787A4E98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11888-762D-C78A-AD01-B728F3B5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6CED9-D7E5-048B-8D86-E74F5DA3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64389-E240-7D93-3555-95448001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F9C26-5B4B-683A-8499-EE448C18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862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BCAC-58A8-F2D4-CFC4-7DF9DB02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3A283-2A2E-D106-4153-9BE6118DA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DEF9A-D21B-7C72-41D8-997129746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AAE4B-98D4-9385-D18B-ECFD25C20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99ADE-BFBE-1522-15C5-C402646D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1FB6E-1E9F-3358-1C13-AA603F6B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67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6C07-2B83-732B-F0F1-BA908BA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AF91A-96A2-7D2D-65EB-74279F527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DEB6-7636-BC18-E2C0-6AF5B6E3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0116-512D-26A7-FECB-C6FEFB04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27D0-5D68-403F-A4E9-6A57576A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38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2AD3A-5451-1C89-6643-DCDFD85A0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22A8D-B49B-0F5A-BF46-42B98DA7D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4D474-D92D-49D2-0DB8-B5E0CF21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E9BCE-3F1D-C868-7AA5-157FE447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E787C-8B6F-CB01-785E-CE923268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63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59015-B24F-8507-44B7-B68986F4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33CC8-0842-7BA1-1048-A8810366F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6E6F5-C132-D489-54B0-5F8D32AFF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DB4AF-925C-4D3F-9159-383E25ED2F0C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0D19D-9C22-3256-BECD-613425486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8ECFF-FC09-EAF0-D1ED-38FB22DEC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CD6B1-D879-4983-AE93-76E9D49D1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19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494052-4FCA-B760-4039-5D008862079A}"/>
              </a:ext>
            </a:extLst>
          </p:cNvPr>
          <p:cNvSpPr txBox="1"/>
          <p:nvPr/>
        </p:nvSpPr>
        <p:spPr>
          <a:xfrm>
            <a:off x="564676" y="773129"/>
            <a:ext cx="813428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Vertices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A5E63-BEC4-2B81-25CE-3D9E448429F9}"/>
              </a:ext>
            </a:extLst>
          </p:cNvPr>
          <p:cNvSpPr txBox="1"/>
          <p:nvPr/>
        </p:nvSpPr>
        <p:spPr>
          <a:xfrm>
            <a:off x="1531134" y="413212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Master polygon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2FA04-97DE-F8B4-5958-90B4D480B74D}"/>
              </a:ext>
            </a:extLst>
          </p:cNvPr>
          <p:cNvSpPr txBox="1"/>
          <p:nvPr/>
        </p:nvSpPr>
        <p:spPr>
          <a:xfrm>
            <a:off x="1531134" y="773129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Clipped polygon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14D63-0999-D195-A433-38375CAFD792}"/>
              </a:ext>
            </a:extLst>
          </p:cNvPr>
          <p:cNvSpPr txBox="1"/>
          <p:nvPr/>
        </p:nvSpPr>
        <p:spPr>
          <a:xfrm>
            <a:off x="55599" y="46067"/>
            <a:ext cx="1125436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Class</a:t>
            </a:r>
            <a:r>
              <a:rPr lang="en-AU" sz="1400" dirty="0"/>
              <a:t> = ASD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4E05B-65F0-C45D-ED25-7B4DB4384DDD}"/>
              </a:ext>
            </a:extLst>
          </p:cNvPr>
          <p:cNvSpPr txBox="1"/>
          <p:nvPr/>
        </p:nvSpPr>
        <p:spPr>
          <a:xfrm>
            <a:off x="316696" y="409599"/>
            <a:ext cx="864339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ID</a:t>
            </a:r>
            <a:r>
              <a:rPr lang="en-AU" sz="1400" dirty="0"/>
              <a:t> = 48.1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C6BC10-DB8E-CB05-0752-310494EE6EB6}"/>
              </a:ext>
            </a:extLst>
          </p:cNvPr>
          <p:cNvSpPr/>
          <p:nvPr/>
        </p:nvSpPr>
        <p:spPr>
          <a:xfrm>
            <a:off x="3326372" y="416759"/>
            <a:ext cx="204122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ASD_481_Master.gpkg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ED2F7A-9244-B297-D989-87E18ED3E6D7}"/>
              </a:ext>
            </a:extLst>
          </p:cNvPr>
          <p:cNvSpPr/>
          <p:nvPr/>
        </p:nvSpPr>
        <p:spPr>
          <a:xfrm>
            <a:off x="3326372" y="773129"/>
            <a:ext cx="204122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ASD_481_Clipped.gpkg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D45B06-324B-6595-9557-D1F8F81B3B27}"/>
              </a:ext>
            </a:extLst>
          </p:cNvPr>
          <p:cNvSpPr/>
          <p:nvPr/>
        </p:nvSpPr>
        <p:spPr>
          <a:xfrm>
            <a:off x="6186535" y="1631239"/>
            <a:ext cx="2475794" cy="3077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CCAMLR_ASD_Clipped.gpkg</a:t>
            </a:r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55C6DD-5A69-7BE8-4925-CA0C79448809}"/>
              </a:ext>
            </a:extLst>
          </p:cNvPr>
          <p:cNvSpPr/>
          <p:nvPr/>
        </p:nvSpPr>
        <p:spPr>
          <a:xfrm>
            <a:off x="6186535" y="1223917"/>
            <a:ext cx="2475794" cy="3077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CCAMLR_ASD.gpkg</a:t>
            </a:r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20D6C9-9576-A99A-FEC8-CB3829440D1A}"/>
              </a:ext>
            </a:extLst>
          </p:cNvPr>
          <p:cNvSpPr/>
          <p:nvPr/>
        </p:nvSpPr>
        <p:spPr>
          <a:xfrm>
            <a:off x="9643451" y="3591966"/>
            <a:ext cx="2475794" cy="3077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CCAMLR_All_Clipped.gpkg</a:t>
            </a:r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073E07-F395-632A-B3C5-41C06F377A70}"/>
              </a:ext>
            </a:extLst>
          </p:cNvPr>
          <p:cNvSpPr/>
          <p:nvPr/>
        </p:nvSpPr>
        <p:spPr>
          <a:xfrm>
            <a:off x="9643451" y="3166536"/>
            <a:ext cx="2475794" cy="3077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CCAMLR_All.gpkg</a:t>
            </a:r>
            <a:endParaRPr lang="en-AU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C03D84-94E8-67E5-C666-3AB017E99E52}"/>
              </a:ext>
            </a:extLst>
          </p:cNvPr>
          <p:cNvCxnSpPr>
            <a:cxnSpLocks/>
          </p:cNvCxnSpPr>
          <p:nvPr/>
        </p:nvCxnSpPr>
        <p:spPr>
          <a:xfrm>
            <a:off x="1593411" y="717376"/>
            <a:ext cx="0" cy="209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842106-3751-9551-D32B-2240172011D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378104" y="567101"/>
            <a:ext cx="153030" cy="3599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E54FD4-C08E-C080-369B-1AC72323DE61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976273" y="567101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09879E-B6B5-1C76-4BC5-74FD0933421B}"/>
              </a:ext>
            </a:extLst>
          </p:cNvPr>
          <p:cNvCxnSpPr>
            <a:cxnSpLocks/>
          </p:cNvCxnSpPr>
          <p:nvPr/>
        </p:nvCxnSpPr>
        <p:spPr>
          <a:xfrm>
            <a:off x="2976273" y="927017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C1B091-899B-6A1D-6D66-A89A6577BA13}"/>
              </a:ext>
            </a:extLst>
          </p:cNvPr>
          <p:cNvSpPr txBox="1"/>
          <p:nvPr/>
        </p:nvSpPr>
        <p:spPr>
          <a:xfrm>
            <a:off x="564676" y="1616657"/>
            <a:ext cx="813428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Vertices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73170-6A06-B780-E9D6-52F67A38194F}"/>
              </a:ext>
            </a:extLst>
          </p:cNvPr>
          <p:cNvSpPr txBox="1"/>
          <p:nvPr/>
        </p:nvSpPr>
        <p:spPr>
          <a:xfrm>
            <a:off x="1531134" y="1256740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Master polygon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E51FF-B28B-E9F4-5065-2E5FFCDBAB12}"/>
              </a:ext>
            </a:extLst>
          </p:cNvPr>
          <p:cNvSpPr txBox="1"/>
          <p:nvPr/>
        </p:nvSpPr>
        <p:spPr>
          <a:xfrm>
            <a:off x="1531134" y="1616657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Clipped polygon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6BE7F6-A96E-BFB6-11C6-B2F1723AEE54}"/>
              </a:ext>
            </a:extLst>
          </p:cNvPr>
          <p:cNvSpPr txBox="1"/>
          <p:nvPr/>
        </p:nvSpPr>
        <p:spPr>
          <a:xfrm>
            <a:off x="316696" y="1253127"/>
            <a:ext cx="864339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ID</a:t>
            </a:r>
            <a:r>
              <a:rPr lang="en-AU" sz="1400" dirty="0"/>
              <a:t> = 48.2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DAE89C9-AB83-3E83-A40A-87C489AAE0FD}"/>
              </a:ext>
            </a:extLst>
          </p:cNvPr>
          <p:cNvSpPr/>
          <p:nvPr/>
        </p:nvSpPr>
        <p:spPr>
          <a:xfrm>
            <a:off x="3326372" y="1260287"/>
            <a:ext cx="204122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ASD_482_Master.gpkg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F818E84-2674-39D3-6BE7-42783233AB80}"/>
              </a:ext>
            </a:extLst>
          </p:cNvPr>
          <p:cNvSpPr/>
          <p:nvPr/>
        </p:nvSpPr>
        <p:spPr>
          <a:xfrm>
            <a:off x="3326372" y="1616657"/>
            <a:ext cx="204122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ASD_482_Clipped.gpkg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F345CB-C431-9B2E-DB77-B328A135791F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1378104" y="1410629"/>
            <a:ext cx="153030" cy="3599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8A2BD69-4570-BFB7-D6DE-33C3B0900BE8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2976273" y="1410629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3F78CC-2DBE-9BD5-0581-76793A9ED5D8}"/>
              </a:ext>
            </a:extLst>
          </p:cNvPr>
          <p:cNvCxnSpPr>
            <a:cxnSpLocks/>
          </p:cNvCxnSpPr>
          <p:nvPr/>
        </p:nvCxnSpPr>
        <p:spPr>
          <a:xfrm>
            <a:off x="2976273" y="1770545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933E882-9A9D-422B-B188-A78D7C520B01}"/>
              </a:ext>
            </a:extLst>
          </p:cNvPr>
          <p:cNvSpPr txBox="1"/>
          <p:nvPr/>
        </p:nvSpPr>
        <p:spPr>
          <a:xfrm>
            <a:off x="564676" y="2460185"/>
            <a:ext cx="813428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Vertices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E7AF66-C469-76D8-4D85-D35741146DD2}"/>
              </a:ext>
            </a:extLst>
          </p:cNvPr>
          <p:cNvSpPr txBox="1"/>
          <p:nvPr/>
        </p:nvSpPr>
        <p:spPr>
          <a:xfrm>
            <a:off x="1531134" y="2100268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Master polygon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A3A575-EAF5-995D-001D-88CA81D3BEBF}"/>
              </a:ext>
            </a:extLst>
          </p:cNvPr>
          <p:cNvSpPr txBox="1"/>
          <p:nvPr/>
        </p:nvSpPr>
        <p:spPr>
          <a:xfrm>
            <a:off x="1531134" y="2460185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Clipped polygon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5BC7AC-E3E4-A7C1-1199-20F0716DD5EA}"/>
              </a:ext>
            </a:extLst>
          </p:cNvPr>
          <p:cNvSpPr txBox="1"/>
          <p:nvPr/>
        </p:nvSpPr>
        <p:spPr>
          <a:xfrm>
            <a:off x="289894" y="2096655"/>
            <a:ext cx="917944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ID</a:t>
            </a:r>
            <a:r>
              <a:rPr lang="en-AU" sz="1400" dirty="0"/>
              <a:t> = </a:t>
            </a:r>
            <a:r>
              <a:rPr lang="en-AU" sz="1400" i="1" dirty="0"/>
              <a:t>etc…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93B5665-347E-83E9-E284-5221F5DCA11B}"/>
              </a:ext>
            </a:extLst>
          </p:cNvPr>
          <p:cNvSpPr/>
          <p:nvPr/>
        </p:nvSpPr>
        <p:spPr>
          <a:xfrm>
            <a:off x="3326372" y="2103815"/>
            <a:ext cx="204122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ASD_etc_Master.gpkg</a:t>
            </a:r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84B7583-D8A3-666D-33B4-4B2DFB403986}"/>
              </a:ext>
            </a:extLst>
          </p:cNvPr>
          <p:cNvSpPr/>
          <p:nvPr/>
        </p:nvSpPr>
        <p:spPr>
          <a:xfrm>
            <a:off x="3326372" y="2460185"/>
            <a:ext cx="204122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ASD_etc_Clipped.gpkg</a:t>
            </a:r>
            <a:endParaRPr lang="en-AU" sz="1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C359609-5881-84FA-0C2D-EE5E66FACDC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1378104" y="2254157"/>
            <a:ext cx="153030" cy="3599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3DE9B61-D54A-6E17-A399-65091C371361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2976273" y="2254157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12E779F-A5EC-990E-9237-54B9AB889143}"/>
              </a:ext>
            </a:extLst>
          </p:cNvPr>
          <p:cNvCxnSpPr>
            <a:cxnSpLocks/>
          </p:cNvCxnSpPr>
          <p:nvPr/>
        </p:nvCxnSpPr>
        <p:spPr>
          <a:xfrm>
            <a:off x="2976273" y="2614073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C7213A-6BC9-3F54-7DC0-B37A7F38209A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5367600" y="570648"/>
            <a:ext cx="818935" cy="80715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5BDA7C-E5BA-C795-A0D8-E5EBB2715CD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367600" y="927018"/>
            <a:ext cx="818935" cy="85811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8B3C6D-7BFC-CFB8-CED0-4F70708C9DB0}"/>
              </a:ext>
            </a:extLst>
          </p:cNvPr>
          <p:cNvCxnSpPr>
            <a:cxnSpLocks/>
            <a:stCxn id="29" idx="3"/>
            <a:endCxn id="13" idx="1"/>
          </p:cNvCxnSpPr>
          <p:nvPr/>
        </p:nvCxnSpPr>
        <p:spPr>
          <a:xfrm flipV="1">
            <a:off x="5367600" y="1377806"/>
            <a:ext cx="818935" cy="3637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631166-21F2-DB20-3CFA-B846305D3D4D}"/>
              </a:ext>
            </a:extLst>
          </p:cNvPr>
          <p:cNvCxnSpPr>
            <a:cxnSpLocks/>
            <a:stCxn id="39" idx="3"/>
            <a:endCxn id="13" idx="1"/>
          </p:cNvCxnSpPr>
          <p:nvPr/>
        </p:nvCxnSpPr>
        <p:spPr>
          <a:xfrm flipV="1">
            <a:off x="5367600" y="1377806"/>
            <a:ext cx="818935" cy="87989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5467DB9-D69B-7828-EB05-ABD528C0911E}"/>
              </a:ext>
            </a:extLst>
          </p:cNvPr>
          <p:cNvCxnSpPr>
            <a:cxnSpLocks/>
            <a:stCxn id="30" idx="3"/>
            <a:endCxn id="12" idx="1"/>
          </p:cNvCxnSpPr>
          <p:nvPr/>
        </p:nvCxnSpPr>
        <p:spPr>
          <a:xfrm>
            <a:off x="5367600" y="1770546"/>
            <a:ext cx="818935" cy="14582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1CAC4D-73C8-2185-EB80-F1FD234E297B}"/>
              </a:ext>
            </a:extLst>
          </p:cNvPr>
          <p:cNvCxnSpPr>
            <a:cxnSpLocks/>
            <a:stCxn id="40" idx="3"/>
            <a:endCxn id="12" idx="1"/>
          </p:cNvCxnSpPr>
          <p:nvPr/>
        </p:nvCxnSpPr>
        <p:spPr>
          <a:xfrm flipV="1">
            <a:off x="5367600" y="1785128"/>
            <a:ext cx="818935" cy="828946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ECE71CF-DBEE-5BA2-7958-D9D431E7CC12}"/>
              </a:ext>
            </a:extLst>
          </p:cNvPr>
          <p:cNvCxnSpPr/>
          <p:nvPr/>
        </p:nvCxnSpPr>
        <p:spPr>
          <a:xfrm>
            <a:off x="55599" y="2833740"/>
            <a:ext cx="860673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CDF2EA7-FAAF-793F-6F94-6C4DEAC62607}"/>
              </a:ext>
            </a:extLst>
          </p:cNvPr>
          <p:cNvSpPr txBox="1"/>
          <p:nvPr/>
        </p:nvSpPr>
        <p:spPr>
          <a:xfrm>
            <a:off x="581832" y="3634993"/>
            <a:ext cx="813428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Vertices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5535A9-8627-7165-E454-3A94C1EA79D5}"/>
              </a:ext>
            </a:extLst>
          </p:cNvPr>
          <p:cNvSpPr txBox="1"/>
          <p:nvPr/>
        </p:nvSpPr>
        <p:spPr>
          <a:xfrm>
            <a:off x="1548290" y="3275076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Master polygon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461E72-0492-8090-4023-3FA28C67C147}"/>
              </a:ext>
            </a:extLst>
          </p:cNvPr>
          <p:cNvSpPr txBox="1"/>
          <p:nvPr/>
        </p:nvSpPr>
        <p:spPr>
          <a:xfrm>
            <a:off x="1548290" y="3634993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Clipped polygon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DA656B-F254-36A0-DDB8-234C6182114B}"/>
              </a:ext>
            </a:extLst>
          </p:cNvPr>
          <p:cNvSpPr txBox="1"/>
          <p:nvPr/>
        </p:nvSpPr>
        <p:spPr>
          <a:xfrm>
            <a:off x="55599" y="2907931"/>
            <a:ext cx="1013419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Class</a:t>
            </a:r>
            <a:r>
              <a:rPr lang="en-AU" sz="1400" dirty="0"/>
              <a:t> = RB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076B39-E915-97CC-0014-565F837C14D6}"/>
              </a:ext>
            </a:extLst>
          </p:cNvPr>
          <p:cNvSpPr txBox="1"/>
          <p:nvPr/>
        </p:nvSpPr>
        <p:spPr>
          <a:xfrm>
            <a:off x="269732" y="3271463"/>
            <a:ext cx="992579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ID</a:t>
            </a:r>
            <a:r>
              <a:rPr lang="en-AU" sz="1400" dirty="0"/>
              <a:t> = 486_2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9E6D92A-D4FB-21E4-AAC4-A040D9071AD4}"/>
              </a:ext>
            </a:extLst>
          </p:cNvPr>
          <p:cNvSpPr/>
          <p:nvPr/>
        </p:nvSpPr>
        <p:spPr>
          <a:xfrm>
            <a:off x="3343528" y="3278623"/>
            <a:ext cx="2174176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RB_486_2_Master.gpkg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717F0CD-AD16-9C4C-4394-98BA401F33F8}"/>
              </a:ext>
            </a:extLst>
          </p:cNvPr>
          <p:cNvSpPr/>
          <p:nvPr/>
        </p:nvSpPr>
        <p:spPr>
          <a:xfrm>
            <a:off x="3343528" y="3634993"/>
            <a:ext cx="2174176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RB_486_2_Clipped.gpkg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F2534F4-0A20-BEBA-A901-35DB6D834991}"/>
              </a:ext>
            </a:extLst>
          </p:cNvPr>
          <p:cNvSpPr/>
          <p:nvPr/>
        </p:nvSpPr>
        <p:spPr>
          <a:xfrm>
            <a:off x="6203691" y="4493103"/>
            <a:ext cx="2475794" cy="30777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CCAMLR_RB_Clipped.gpkg</a:t>
            </a:r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B88B3FB-68B7-6569-6E73-935C89BE7D9F}"/>
              </a:ext>
            </a:extLst>
          </p:cNvPr>
          <p:cNvSpPr/>
          <p:nvPr/>
        </p:nvSpPr>
        <p:spPr>
          <a:xfrm>
            <a:off x="6203691" y="4085781"/>
            <a:ext cx="2475794" cy="3077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CCAMLR_RB.gpkg</a:t>
            </a:r>
            <a:endParaRPr lang="en-AU" sz="1400" dirty="0">
              <a:solidFill>
                <a:schemeClr val="tx1"/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6C0CE86-1B32-7C3C-9501-1F44181FB044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 flipV="1">
            <a:off x="1395260" y="3428965"/>
            <a:ext cx="153030" cy="3599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38F0810-8937-FEF0-4F65-20EA37BC6E99}"/>
              </a:ext>
            </a:extLst>
          </p:cNvPr>
          <p:cNvCxnSpPr>
            <a:cxnSpLocks/>
            <a:stCxn id="65" idx="3"/>
            <a:endCxn id="69" idx="1"/>
          </p:cNvCxnSpPr>
          <p:nvPr/>
        </p:nvCxnSpPr>
        <p:spPr>
          <a:xfrm>
            <a:off x="2993429" y="3428965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68D6DED-601C-D04B-A660-C0A24D6EACB8}"/>
              </a:ext>
            </a:extLst>
          </p:cNvPr>
          <p:cNvCxnSpPr>
            <a:cxnSpLocks/>
          </p:cNvCxnSpPr>
          <p:nvPr/>
        </p:nvCxnSpPr>
        <p:spPr>
          <a:xfrm>
            <a:off x="2993429" y="3788881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13314BD-B159-EDBA-7C39-10EEA6445835}"/>
              </a:ext>
            </a:extLst>
          </p:cNvPr>
          <p:cNvSpPr txBox="1"/>
          <p:nvPr/>
        </p:nvSpPr>
        <p:spPr>
          <a:xfrm>
            <a:off x="581832" y="4478521"/>
            <a:ext cx="813428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Vertices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388EA8-9AF7-55B0-3C4A-151CF0F89D49}"/>
              </a:ext>
            </a:extLst>
          </p:cNvPr>
          <p:cNvSpPr txBox="1"/>
          <p:nvPr/>
        </p:nvSpPr>
        <p:spPr>
          <a:xfrm>
            <a:off x="1548290" y="4118604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Master polygon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71C0584-EAA9-F781-72C2-313C88957625}"/>
              </a:ext>
            </a:extLst>
          </p:cNvPr>
          <p:cNvSpPr txBox="1"/>
          <p:nvPr/>
        </p:nvSpPr>
        <p:spPr>
          <a:xfrm>
            <a:off x="1548290" y="4478521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Clipped polygon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E74471-5BE4-0E1F-9B69-322300BF583C}"/>
              </a:ext>
            </a:extLst>
          </p:cNvPr>
          <p:cNvSpPr txBox="1"/>
          <p:nvPr/>
        </p:nvSpPr>
        <p:spPr>
          <a:xfrm>
            <a:off x="269732" y="4114991"/>
            <a:ext cx="992580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ID</a:t>
            </a:r>
            <a:r>
              <a:rPr lang="en-AU" sz="1400" dirty="0"/>
              <a:t> = 486_3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5293FCE-78B3-E45F-255D-C9B7B7B4A4D3}"/>
              </a:ext>
            </a:extLst>
          </p:cNvPr>
          <p:cNvSpPr/>
          <p:nvPr/>
        </p:nvSpPr>
        <p:spPr>
          <a:xfrm>
            <a:off x="3343528" y="4122151"/>
            <a:ext cx="2174176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RB_486_3_Master.gpkg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20505AE-9C1C-2911-D020-8F4BA36FAD2D}"/>
              </a:ext>
            </a:extLst>
          </p:cNvPr>
          <p:cNvSpPr/>
          <p:nvPr/>
        </p:nvSpPr>
        <p:spPr>
          <a:xfrm>
            <a:off x="3343528" y="4478521"/>
            <a:ext cx="2174176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RB_486_3_Clipped.gpkg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6BFC74A-1199-6B95-683D-7300D1084BD5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1395260" y="4272493"/>
            <a:ext cx="153030" cy="3599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6D66470-B26A-9530-57C5-3C8953CE5360}"/>
              </a:ext>
            </a:extLst>
          </p:cNvPr>
          <p:cNvCxnSpPr>
            <a:cxnSpLocks/>
            <a:stCxn id="78" idx="3"/>
            <a:endCxn id="81" idx="1"/>
          </p:cNvCxnSpPr>
          <p:nvPr/>
        </p:nvCxnSpPr>
        <p:spPr>
          <a:xfrm>
            <a:off x="2993429" y="4272493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A1D38A0-E6CA-F3F6-892C-18A581F76334}"/>
              </a:ext>
            </a:extLst>
          </p:cNvPr>
          <p:cNvCxnSpPr>
            <a:cxnSpLocks/>
          </p:cNvCxnSpPr>
          <p:nvPr/>
        </p:nvCxnSpPr>
        <p:spPr>
          <a:xfrm>
            <a:off x="2993429" y="4632409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DD99C737-C440-E081-71F6-A0945D5D49AC}"/>
              </a:ext>
            </a:extLst>
          </p:cNvPr>
          <p:cNvSpPr txBox="1"/>
          <p:nvPr/>
        </p:nvSpPr>
        <p:spPr>
          <a:xfrm>
            <a:off x="581832" y="5322049"/>
            <a:ext cx="813428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Vertices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F69E26-A3CC-96C4-65B6-F353F2A15647}"/>
              </a:ext>
            </a:extLst>
          </p:cNvPr>
          <p:cNvSpPr txBox="1"/>
          <p:nvPr/>
        </p:nvSpPr>
        <p:spPr>
          <a:xfrm>
            <a:off x="1548290" y="4962132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Master polygon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9984E84-4371-E56E-DAA6-102F840F7EB3}"/>
              </a:ext>
            </a:extLst>
          </p:cNvPr>
          <p:cNvSpPr txBox="1"/>
          <p:nvPr/>
        </p:nvSpPr>
        <p:spPr>
          <a:xfrm>
            <a:off x="1548290" y="5322049"/>
            <a:ext cx="1445139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Clipped polygon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89A8E6-A78A-EE0E-2E71-2AB8459CC7E0}"/>
              </a:ext>
            </a:extLst>
          </p:cNvPr>
          <p:cNvSpPr txBox="1"/>
          <p:nvPr/>
        </p:nvSpPr>
        <p:spPr>
          <a:xfrm>
            <a:off x="307050" y="4958519"/>
            <a:ext cx="917944" cy="3077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i="1" dirty="0"/>
              <a:t>ID</a:t>
            </a:r>
            <a:r>
              <a:rPr lang="en-AU" sz="1400" dirty="0"/>
              <a:t> = </a:t>
            </a:r>
            <a:r>
              <a:rPr lang="en-AU" sz="1400" i="1" dirty="0"/>
              <a:t>etc…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A4D79C2-8390-57CF-2B91-2EBAD46F32E9}"/>
              </a:ext>
            </a:extLst>
          </p:cNvPr>
          <p:cNvSpPr/>
          <p:nvPr/>
        </p:nvSpPr>
        <p:spPr>
          <a:xfrm>
            <a:off x="3343528" y="4965679"/>
            <a:ext cx="2174176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RB_etc_Master.gpkg</a:t>
            </a:r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1D9A32B-DC7B-8562-1259-C417B76CE9B3}"/>
              </a:ext>
            </a:extLst>
          </p:cNvPr>
          <p:cNvSpPr/>
          <p:nvPr/>
        </p:nvSpPr>
        <p:spPr>
          <a:xfrm>
            <a:off x="3343528" y="5322049"/>
            <a:ext cx="2174176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RB_etc_Clipped.gpkg</a:t>
            </a:r>
            <a:endParaRPr lang="en-AU" sz="1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DA9001F-3033-A07D-4241-3609B664D120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1395260" y="5116021"/>
            <a:ext cx="153030" cy="35991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D51B7E3-4505-CEB1-838A-50CC14D337F4}"/>
              </a:ext>
            </a:extLst>
          </p:cNvPr>
          <p:cNvCxnSpPr>
            <a:cxnSpLocks/>
            <a:stCxn id="88" idx="3"/>
            <a:endCxn id="91" idx="1"/>
          </p:cNvCxnSpPr>
          <p:nvPr/>
        </p:nvCxnSpPr>
        <p:spPr>
          <a:xfrm>
            <a:off x="2993429" y="5116021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7652B68-B7D6-F837-76AC-73A36E4B71B7}"/>
              </a:ext>
            </a:extLst>
          </p:cNvPr>
          <p:cNvCxnSpPr>
            <a:cxnSpLocks/>
          </p:cNvCxnSpPr>
          <p:nvPr/>
        </p:nvCxnSpPr>
        <p:spPr>
          <a:xfrm>
            <a:off x="2993429" y="5475937"/>
            <a:ext cx="350099" cy="35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B6C3320-5D2E-4467-DC0D-EB8C2585E44B}"/>
              </a:ext>
            </a:extLst>
          </p:cNvPr>
          <p:cNvCxnSpPr>
            <a:cxnSpLocks/>
            <a:stCxn id="69" idx="3"/>
            <a:endCxn id="72" idx="1"/>
          </p:cNvCxnSpPr>
          <p:nvPr/>
        </p:nvCxnSpPr>
        <p:spPr>
          <a:xfrm>
            <a:off x="5517704" y="3432512"/>
            <a:ext cx="685987" cy="80715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E18E2D4-6CC6-9EDE-7398-591D6C94DEA2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5517704" y="3788882"/>
            <a:ext cx="685987" cy="85811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A6667DE-0A9A-B810-CE82-B0A98B52A86C}"/>
              </a:ext>
            </a:extLst>
          </p:cNvPr>
          <p:cNvCxnSpPr>
            <a:cxnSpLocks/>
            <a:stCxn id="81" idx="3"/>
            <a:endCxn id="72" idx="1"/>
          </p:cNvCxnSpPr>
          <p:nvPr/>
        </p:nvCxnSpPr>
        <p:spPr>
          <a:xfrm flipV="1">
            <a:off x="5517704" y="4239670"/>
            <a:ext cx="685987" cy="36370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BA4522C-AA28-19F8-F59A-D214DCF4FCCE}"/>
              </a:ext>
            </a:extLst>
          </p:cNvPr>
          <p:cNvCxnSpPr>
            <a:cxnSpLocks/>
            <a:stCxn id="91" idx="3"/>
            <a:endCxn id="72" idx="1"/>
          </p:cNvCxnSpPr>
          <p:nvPr/>
        </p:nvCxnSpPr>
        <p:spPr>
          <a:xfrm flipV="1">
            <a:off x="5517704" y="4239670"/>
            <a:ext cx="685987" cy="87989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DAAC809-C7A2-46CB-9A37-6F95AB6BE24A}"/>
              </a:ext>
            </a:extLst>
          </p:cNvPr>
          <p:cNvCxnSpPr>
            <a:cxnSpLocks/>
            <a:stCxn id="82" idx="3"/>
            <a:endCxn id="71" idx="1"/>
          </p:cNvCxnSpPr>
          <p:nvPr/>
        </p:nvCxnSpPr>
        <p:spPr>
          <a:xfrm>
            <a:off x="5517704" y="4632410"/>
            <a:ext cx="685987" cy="14582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6C0EB01-F915-48CC-8982-D860AC28984D}"/>
              </a:ext>
            </a:extLst>
          </p:cNvPr>
          <p:cNvCxnSpPr>
            <a:cxnSpLocks/>
            <a:stCxn id="92" idx="3"/>
            <a:endCxn id="71" idx="1"/>
          </p:cNvCxnSpPr>
          <p:nvPr/>
        </p:nvCxnSpPr>
        <p:spPr>
          <a:xfrm flipV="1">
            <a:off x="5517704" y="4646992"/>
            <a:ext cx="685987" cy="828946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C259B55-1BE0-8865-D0F4-D96B322C8CDE}"/>
              </a:ext>
            </a:extLst>
          </p:cNvPr>
          <p:cNvCxnSpPr/>
          <p:nvPr/>
        </p:nvCxnSpPr>
        <p:spPr>
          <a:xfrm>
            <a:off x="72755" y="5713710"/>
            <a:ext cx="860673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27928CEC-02BD-263E-8F3B-A529D884BA66}"/>
              </a:ext>
            </a:extLst>
          </p:cNvPr>
          <p:cNvSpPr txBox="1"/>
          <p:nvPr/>
        </p:nvSpPr>
        <p:spPr>
          <a:xfrm>
            <a:off x="55599" y="5777094"/>
            <a:ext cx="1253869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Other classes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A3E614-E12E-880C-8B5B-53B9A23D399C}"/>
              </a:ext>
            </a:extLst>
          </p:cNvPr>
          <p:cNvSpPr txBox="1"/>
          <p:nvPr/>
        </p:nvSpPr>
        <p:spPr>
          <a:xfrm>
            <a:off x="55599" y="6156524"/>
            <a:ext cx="1236492" cy="3077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External data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70AB9D4-B482-F515-0DA6-53FD3F0DE9D2}"/>
              </a:ext>
            </a:extLst>
          </p:cNvPr>
          <p:cNvSpPr txBox="1"/>
          <p:nvPr/>
        </p:nvSpPr>
        <p:spPr>
          <a:xfrm>
            <a:off x="55599" y="6523064"/>
            <a:ext cx="8623886" cy="307777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/>
              <a:t>Additional metadata (see ~Dataset/Inputs/Metadata folder)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89C5CBD4-0B0F-CED1-3F02-84ECAA4CD2FC}"/>
              </a:ext>
            </a:extLst>
          </p:cNvPr>
          <p:cNvSpPr/>
          <p:nvPr/>
        </p:nvSpPr>
        <p:spPr>
          <a:xfrm>
            <a:off x="4286250" y="5777093"/>
            <a:ext cx="4393235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CCAMLR_EEZ.gpkg</a:t>
            </a:r>
            <a:r>
              <a:rPr lang="en-AU" sz="1400" dirty="0">
                <a:solidFill>
                  <a:schemeClr val="tx1"/>
                </a:solidFill>
              </a:rPr>
              <a:t>; </a:t>
            </a:r>
            <a:r>
              <a:rPr lang="en-AU" sz="1400" dirty="0" err="1">
                <a:solidFill>
                  <a:schemeClr val="tx1"/>
                </a:solidFill>
              </a:rPr>
              <a:t>CCAMLR_SSRU.gpkg</a:t>
            </a:r>
            <a:r>
              <a:rPr lang="en-AU" sz="1400" dirty="0">
                <a:solidFill>
                  <a:schemeClr val="tx1"/>
                </a:solidFill>
              </a:rPr>
              <a:t>, </a:t>
            </a:r>
            <a:r>
              <a:rPr lang="en-AU" sz="1400" i="1" dirty="0">
                <a:solidFill>
                  <a:schemeClr val="tx1"/>
                </a:solidFill>
              </a:rPr>
              <a:t>etc</a:t>
            </a:r>
            <a:r>
              <a:rPr lang="en-AU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8D1119E6-9C9B-9980-604C-DDA301E633D0}"/>
              </a:ext>
            </a:extLst>
          </p:cNvPr>
          <p:cNvSpPr/>
          <p:nvPr/>
        </p:nvSpPr>
        <p:spPr>
          <a:xfrm>
            <a:off x="4295775" y="6158593"/>
            <a:ext cx="4405278" cy="30777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tx1"/>
                </a:solidFill>
              </a:rPr>
              <a:t>Coastline.gpkg</a:t>
            </a:r>
            <a:r>
              <a:rPr lang="en-AU" sz="1400" dirty="0">
                <a:solidFill>
                  <a:schemeClr val="tx1"/>
                </a:solidFill>
              </a:rPr>
              <a:t>; </a:t>
            </a:r>
            <a:r>
              <a:rPr lang="en-AU" sz="1400" dirty="0" err="1">
                <a:solidFill>
                  <a:schemeClr val="tx1"/>
                </a:solidFill>
              </a:rPr>
              <a:t>GEBCO_Polygons_MidRes.gpkg</a:t>
            </a:r>
            <a:r>
              <a:rPr lang="en-AU" sz="1400" dirty="0">
                <a:solidFill>
                  <a:schemeClr val="tx1"/>
                </a:solidFill>
              </a:rPr>
              <a:t>, </a:t>
            </a:r>
            <a:r>
              <a:rPr lang="en-AU" sz="1400" i="1" dirty="0">
                <a:solidFill>
                  <a:schemeClr val="tx1"/>
                </a:solidFill>
              </a:rPr>
              <a:t>etc</a:t>
            </a:r>
            <a:r>
              <a:rPr lang="en-AU" sz="1400" dirty="0">
                <a:solidFill>
                  <a:schemeClr val="tx1"/>
                </a:solidFill>
              </a:rPr>
              <a:t>…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9ABA0D6-2028-D258-8294-9DF557449506}"/>
              </a:ext>
            </a:extLst>
          </p:cNvPr>
          <p:cNvCxnSpPr>
            <a:cxnSpLocks/>
            <a:stCxn id="115" idx="3"/>
            <a:endCxn id="118" idx="1"/>
          </p:cNvCxnSpPr>
          <p:nvPr/>
        </p:nvCxnSpPr>
        <p:spPr>
          <a:xfrm flipV="1">
            <a:off x="1309468" y="5930982"/>
            <a:ext cx="2976782" cy="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CE0DFF75-3A9C-65E4-FE72-FDAA02810966}"/>
              </a:ext>
            </a:extLst>
          </p:cNvPr>
          <p:cNvCxnSpPr>
            <a:cxnSpLocks/>
            <a:stCxn id="116" idx="3"/>
            <a:endCxn id="120" idx="1"/>
          </p:cNvCxnSpPr>
          <p:nvPr/>
        </p:nvCxnSpPr>
        <p:spPr>
          <a:xfrm>
            <a:off x="1292091" y="6310413"/>
            <a:ext cx="3003684" cy="206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3E41CEE-46F3-0F82-0352-13973DD31726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8662329" y="1377806"/>
            <a:ext cx="981122" cy="1942619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D1A69C8-6B9D-6BF0-A2ED-0A3BC48CCE1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8662329" y="1785128"/>
            <a:ext cx="981122" cy="1960727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EFB1109-D2FE-9C73-4996-CE98EB26895D}"/>
              </a:ext>
            </a:extLst>
          </p:cNvPr>
          <p:cNvCxnSpPr>
            <a:cxnSpLocks/>
            <a:stCxn id="71" idx="3"/>
            <a:endCxn id="14" idx="1"/>
          </p:cNvCxnSpPr>
          <p:nvPr/>
        </p:nvCxnSpPr>
        <p:spPr>
          <a:xfrm flipV="1">
            <a:off x="8679485" y="3745855"/>
            <a:ext cx="963966" cy="901137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9406567-0DD0-B524-2987-917FA12F2713}"/>
              </a:ext>
            </a:extLst>
          </p:cNvPr>
          <p:cNvCxnSpPr>
            <a:cxnSpLocks/>
            <a:stCxn id="72" idx="3"/>
            <a:endCxn id="15" idx="1"/>
          </p:cNvCxnSpPr>
          <p:nvPr/>
        </p:nvCxnSpPr>
        <p:spPr>
          <a:xfrm flipV="1">
            <a:off x="8679485" y="3320425"/>
            <a:ext cx="963966" cy="919245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178A42F-B9FF-A52D-CE4C-0A6124F47847}"/>
              </a:ext>
            </a:extLst>
          </p:cNvPr>
          <p:cNvCxnSpPr>
            <a:cxnSpLocks/>
            <a:stCxn id="118" idx="3"/>
            <a:endCxn id="15" idx="1"/>
          </p:cNvCxnSpPr>
          <p:nvPr/>
        </p:nvCxnSpPr>
        <p:spPr>
          <a:xfrm flipV="1">
            <a:off x="8679485" y="3320425"/>
            <a:ext cx="963966" cy="2610557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0A732766-9B24-20ED-54A7-434D64423A3B}"/>
              </a:ext>
            </a:extLst>
          </p:cNvPr>
          <p:cNvCxnSpPr>
            <a:cxnSpLocks/>
            <a:stCxn id="120" idx="3"/>
            <a:endCxn id="15" idx="1"/>
          </p:cNvCxnSpPr>
          <p:nvPr/>
        </p:nvCxnSpPr>
        <p:spPr>
          <a:xfrm flipV="1">
            <a:off x="8701053" y="3320425"/>
            <a:ext cx="942398" cy="2992057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A2741E1-7E84-D02C-CB8C-381CA5A5DD62}"/>
              </a:ext>
            </a:extLst>
          </p:cNvPr>
          <p:cNvCxnSpPr>
            <a:cxnSpLocks/>
            <a:stCxn id="117" idx="3"/>
            <a:endCxn id="15" idx="1"/>
          </p:cNvCxnSpPr>
          <p:nvPr/>
        </p:nvCxnSpPr>
        <p:spPr>
          <a:xfrm flipV="1">
            <a:off x="8679485" y="3320425"/>
            <a:ext cx="963966" cy="3356528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5AB60EE2-5182-F123-CA36-18B4AA4E40D4}"/>
              </a:ext>
            </a:extLst>
          </p:cNvPr>
          <p:cNvCxnSpPr>
            <a:cxnSpLocks/>
            <a:stCxn id="118" idx="3"/>
            <a:endCxn id="14" idx="1"/>
          </p:cNvCxnSpPr>
          <p:nvPr/>
        </p:nvCxnSpPr>
        <p:spPr>
          <a:xfrm flipV="1">
            <a:off x="8679485" y="3745855"/>
            <a:ext cx="963966" cy="2185127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FF18996B-D347-6F97-48CD-074221C2642D}"/>
              </a:ext>
            </a:extLst>
          </p:cNvPr>
          <p:cNvCxnSpPr>
            <a:cxnSpLocks/>
            <a:stCxn id="120" idx="3"/>
            <a:endCxn id="14" idx="1"/>
          </p:cNvCxnSpPr>
          <p:nvPr/>
        </p:nvCxnSpPr>
        <p:spPr>
          <a:xfrm flipV="1">
            <a:off x="8701053" y="3745855"/>
            <a:ext cx="942398" cy="2566627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AB8BBE2-65BD-518B-9A9F-7272D9E57514}"/>
              </a:ext>
            </a:extLst>
          </p:cNvPr>
          <p:cNvCxnSpPr>
            <a:cxnSpLocks/>
            <a:stCxn id="117" idx="3"/>
            <a:endCxn id="14" idx="1"/>
          </p:cNvCxnSpPr>
          <p:nvPr/>
        </p:nvCxnSpPr>
        <p:spPr>
          <a:xfrm flipV="1">
            <a:off x="8679485" y="3745855"/>
            <a:ext cx="963966" cy="2931098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37D1D77-FC43-9687-ACC0-5CCA7A11E3CD}"/>
              </a:ext>
            </a:extLst>
          </p:cNvPr>
          <p:cNvCxnSpPr>
            <a:cxnSpLocks/>
          </p:cNvCxnSpPr>
          <p:nvPr/>
        </p:nvCxnSpPr>
        <p:spPr>
          <a:xfrm>
            <a:off x="1593411" y="1575487"/>
            <a:ext cx="0" cy="209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24E836D-5035-7418-7F14-726D21B7DBFA}"/>
              </a:ext>
            </a:extLst>
          </p:cNvPr>
          <p:cNvCxnSpPr>
            <a:cxnSpLocks/>
          </p:cNvCxnSpPr>
          <p:nvPr/>
        </p:nvCxnSpPr>
        <p:spPr>
          <a:xfrm>
            <a:off x="1593411" y="2411592"/>
            <a:ext cx="0" cy="209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EDE668EA-AF37-8781-08AF-8795FECAC4D1}"/>
              </a:ext>
            </a:extLst>
          </p:cNvPr>
          <p:cNvCxnSpPr>
            <a:cxnSpLocks/>
          </p:cNvCxnSpPr>
          <p:nvPr/>
        </p:nvCxnSpPr>
        <p:spPr>
          <a:xfrm>
            <a:off x="1611517" y="3579240"/>
            <a:ext cx="0" cy="209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ED78F15-4916-99EC-7C6F-25C77AC1CA39}"/>
              </a:ext>
            </a:extLst>
          </p:cNvPr>
          <p:cNvCxnSpPr>
            <a:cxnSpLocks/>
          </p:cNvCxnSpPr>
          <p:nvPr/>
        </p:nvCxnSpPr>
        <p:spPr>
          <a:xfrm>
            <a:off x="1611517" y="4429928"/>
            <a:ext cx="0" cy="209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E87B3893-F855-556D-7D14-12D870C90FF9}"/>
              </a:ext>
            </a:extLst>
          </p:cNvPr>
          <p:cNvCxnSpPr>
            <a:cxnSpLocks/>
          </p:cNvCxnSpPr>
          <p:nvPr/>
        </p:nvCxnSpPr>
        <p:spPr>
          <a:xfrm>
            <a:off x="1611517" y="5266296"/>
            <a:ext cx="0" cy="209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Arrow: Bent 165">
            <a:extLst>
              <a:ext uri="{FF2B5EF4-FFF2-40B4-BE49-F238E27FC236}">
                <a16:creationId xmlns:a16="http://schemas.microsoft.com/office/drawing/2014/main" id="{7C55866F-C56E-3423-2332-772138294C5D}"/>
              </a:ext>
            </a:extLst>
          </p:cNvPr>
          <p:cNvSpPr/>
          <p:nvPr/>
        </p:nvSpPr>
        <p:spPr>
          <a:xfrm rot="10800000" flipH="1">
            <a:off x="404503" y="730614"/>
            <a:ext cx="145673" cy="184339"/>
          </a:xfrm>
          <a:prstGeom prst="bentArrow">
            <a:avLst>
              <a:gd name="adj1" fmla="val 25000"/>
              <a:gd name="adj2" fmla="val 37260"/>
              <a:gd name="adj3" fmla="val 3971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7" name="Arrow: Bent 166">
            <a:extLst>
              <a:ext uri="{FF2B5EF4-FFF2-40B4-BE49-F238E27FC236}">
                <a16:creationId xmlns:a16="http://schemas.microsoft.com/office/drawing/2014/main" id="{7C557056-0CA8-3539-2C6B-8E6E594D7327}"/>
              </a:ext>
            </a:extLst>
          </p:cNvPr>
          <p:cNvSpPr/>
          <p:nvPr/>
        </p:nvSpPr>
        <p:spPr>
          <a:xfrm rot="10800000" flipH="1">
            <a:off x="408372" y="1581700"/>
            <a:ext cx="145673" cy="184339"/>
          </a:xfrm>
          <a:prstGeom prst="bentArrow">
            <a:avLst>
              <a:gd name="adj1" fmla="val 25000"/>
              <a:gd name="adj2" fmla="val 37260"/>
              <a:gd name="adj3" fmla="val 3971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8" name="Arrow: Bent 167">
            <a:extLst>
              <a:ext uri="{FF2B5EF4-FFF2-40B4-BE49-F238E27FC236}">
                <a16:creationId xmlns:a16="http://schemas.microsoft.com/office/drawing/2014/main" id="{78CBECA7-EDCB-0000-2F21-F861BAED0FB0}"/>
              </a:ext>
            </a:extLst>
          </p:cNvPr>
          <p:cNvSpPr/>
          <p:nvPr/>
        </p:nvSpPr>
        <p:spPr>
          <a:xfrm rot="10800000" flipH="1">
            <a:off x="406707" y="2425535"/>
            <a:ext cx="145673" cy="184339"/>
          </a:xfrm>
          <a:prstGeom prst="bentArrow">
            <a:avLst>
              <a:gd name="adj1" fmla="val 25000"/>
              <a:gd name="adj2" fmla="val 37260"/>
              <a:gd name="adj3" fmla="val 3971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0" name="Arrow: Bent 169">
            <a:extLst>
              <a:ext uri="{FF2B5EF4-FFF2-40B4-BE49-F238E27FC236}">
                <a16:creationId xmlns:a16="http://schemas.microsoft.com/office/drawing/2014/main" id="{753E1ABE-7786-9CFA-66D1-84067965D40A}"/>
              </a:ext>
            </a:extLst>
          </p:cNvPr>
          <p:cNvSpPr/>
          <p:nvPr/>
        </p:nvSpPr>
        <p:spPr>
          <a:xfrm rot="10800000" flipH="1">
            <a:off x="422985" y="3599372"/>
            <a:ext cx="145673" cy="184339"/>
          </a:xfrm>
          <a:prstGeom prst="bentArrow">
            <a:avLst>
              <a:gd name="adj1" fmla="val 25000"/>
              <a:gd name="adj2" fmla="val 37260"/>
              <a:gd name="adj3" fmla="val 3971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2" name="Arrow: Bent 171">
            <a:extLst>
              <a:ext uri="{FF2B5EF4-FFF2-40B4-BE49-F238E27FC236}">
                <a16:creationId xmlns:a16="http://schemas.microsoft.com/office/drawing/2014/main" id="{697E09B2-8307-9F67-DCCE-FBBBCDCDDF43}"/>
              </a:ext>
            </a:extLst>
          </p:cNvPr>
          <p:cNvSpPr/>
          <p:nvPr/>
        </p:nvSpPr>
        <p:spPr>
          <a:xfrm rot="10800000" flipH="1">
            <a:off x="422985" y="4436893"/>
            <a:ext cx="145673" cy="184339"/>
          </a:xfrm>
          <a:prstGeom prst="bentArrow">
            <a:avLst>
              <a:gd name="adj1" fmla="val 25000"/>
              <a:gd name="adj2" fmla="val 37260"/>
              <a:gd name="adj3" fmla="val 3971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4" name="Arrow: Bent 173">
            <a:extLst>
              <a:ext uri="{FF2B5EF4-FFF2-40B4-BE49-F238E27FC236}">
                <a16:creationId xmlns:a16="http://schemas.microsoft.com/office/drawing/2014/main" id="{38953682-F48F-6945-1303-69894882872E}"/>
              </a:ext>
            </a:extLst>
          </p:cNvPr>
          <p:cNvSpPr/>
          <p:nvPr/>
        </p:nvSpPr>
        <p:spPr>
          <a:xfrm rot="10800000" flipH="1">
            <a:off x="423863" y="5279806"/>
            <a:ext cx="145673" cy="184339"/>
          </a:xfrm>
          <a:prstGeom prst="bentArrow">
            <a:avLst>
              <a:gd name="adj1" fmla="val 25000"/>
              <a:gd name="adj2" fmla="val 37260"/>
              <a:gd name="adj3" fmla="val 39712"/>
              <a:gd name="adj4" fmla="val 4375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19BDA25-6A52-8253-78B4-6CF99994D1B0}"/>
              </a:ext>
            </a:extLst>
          </p:cNvPr>
          <p:cNvSpPr txBox="1"/>
          <p:nvPr/>
        </p:nvSpPr>
        <p:spPr>
          <a:xfrm>
            <a:off x="3710594" y="-20963"/>
            <a:ext cx="1272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Per-ID files: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38D66DF-B3B4-3355-10DC-DAC34E4CFCAF}"/>
              </a:ext>
            </a:extLst>
          </p:cNvPr>
          <p:cNvSpPr txBox="1"/>
          <p:nvPr/>
        </p:nvSpPr>
        <p:spPr>
          <a:xfrm>
            <a:off x="6626136" y="-20963"/>
            <a:ext cx="159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Per-Class files: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16D1836-927B-A3FD-146C-79F16BF9DE3A}"/>
              </a:ext>
            </a:extLst>
          </p:cNvPr>
          <p:cNvSpPr txBox="1"/>
          <p:nvPr/>
        </p:nvSpPr>
        <p:spPr>
          <a:xfrm>
            <a:off x="10050030" y="-20963"/>
            <a:ext cx="1662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Combined files:</a:t>
            </a:r>
          </a:p>
        </p:txBody>
      </p:sp>
    </p:spTree>
    <p:extLst>
      <p:ext uri="{BB962C8B-B14F-4D97-AF65-F5344CB8AC3E}">
        <p14:creationId xmlns:p14="http://schemas.microsoft.com/office/powerpoint/2010/main" val="223290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229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Stéphane Thanassekos</dc:creator>
  <cp:lastModifiedBy>Stéphane Thanassekos</cp:lastModifiedBy>
  <cp:revision>15</cp:revision>
  <dcterms:created xsi:type="dcterms:W3CDTF">2026-04-21T23:14:41Z</dcterms:created>
  <dcterms:modified xsi:type="dcterms:W3CDTF">2026-04-22T00:21:43Z</dcterms:modified>
</cp:coreProperties>
</file>