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sldIdLst>
    <p:sldId id="256" r:id="rId2"/>
  </p:sldIdLst>
  <p:sldSz cx="12192000" cy="19796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2" d="100"/>
          <a:sy n="72" d="100"/>
        </p:scale>
        <p:origin x="96" y="11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323978"/>
            <a:ext cx="9144000" cy="689199"/>
          </a:xfrm>
        </p:spPr>
        <p:txBody>
          <a:bodyPr anchor="b"/>
          <a:lstStyle>
            <a:lvl1pPr algn="ctr">
              <a:defRPr sz="1732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1039755"/>
            <a:ext cx="9144000" cy="477948"/>
          </a:xfrm>
        </p:spPr>
        <p:txBody>
          <a:bodyPr/>
          <a:lstStyle>
            <a:lvl1pPr marL="0" indent="0" algn="ctr">
              <a:buNone/>
              <a:defRPr sz="693"/>
            </a:lvl1pPr>
            <a:lvl2pPr marL="131994" indent="0" algn="ctr">
              <a:buNone/>
              <a:defRPr sz="577"/>
            </a:lvl2pPr>
            <a:lvl3pPr marL="263987" indent="0" algn="ctr">
              <a:buNone/>
              <a:defRPr sz="520"/>
            </a:lvl3pPr>
            <a:lvl4pPr marL="395981" indent="0" algn="ctr">
              <a:buNone/>
              <a:defRPr sz="462"/>
            </a:lvl4pPr>
            <a:lvl5pPr marL="527975" indent="0" algn="ctr">
              <a:buNone/>
              <a:defRPr sz="462"/>
            </a:lvl5pPr>
            <a:lvl6pPr marL="659968" indent="0" algn="ctr">
              <a:buNone/>
              <a:defRPr sz="462"/>
            </a:lvl6pPr>
            <a:lvl7pPr marL="791962" indent="0" algn="ctr">
              <a:buNone/>
              <a:defRPr sz="462"/>
            </a:lvl7pPr>
            <a:lvl8pPr marL="923955" indent="0" algn="ctr">
              <a:buNone/>
              <a:defRPr sz="462"/>
            </a:lvl8pPr>
            <a:lvl9pPr marL="1055949" indent="0" algn="ctr">
              <a:buNone/>
              <a:defRPr sz="462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5E1E09-E68C-460C-9525-CF34F9491C17}" type="datetimeFigureOut">
              <a:rPr lang="en-AU" smtClean="0"/>
              <a:t>22/04/2026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75933C-6484-40B7-89BC-018BD25E8DAB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360276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5E1E09-E68C-460C-9525-CF34F9491C17}" type="datetimeFigureOut">
              <a:rPr lang="en-AU" smtClean="0"/>
              <a:t>22/04/2026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75933C-6484-40B7-89BC-018BD25E8DAB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88103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493529"/>
            <a:ext cx="10515600" cy="823464"/>
          </a:xfrm>
        </p:spPr>
        <p:txBody>
          <a:bodyPr anchor="b"/>
          <a:lstStyle>
            <a:lvl1pPr>
              <a:defRPr sz="1732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1324783"/>
            <a:ext cx="10515600" cy="433040"/>
          </a:xfrm>
        </p:spPr>
        <p:txBody>
          <a:bodyPr/>
          <a:lstStyle>
            <a:lvl1pPr marL="0" indent="0">
              <a:buNone/>
              <a:defRPr sz="693">
                <a:solidFill>
                  <a:schemeClr val="tx1">
                    <a:tint val="82000"/>
                  </a:schemeClr>
                </a:solidFill>
              </a:defRPr>
            </a:lvl1pPr>
            <a:lvl2pPr marL="131994" indent="0">
              <a:buNone/>
              <a:defRPr sz="577">
                <a:solidFill>
                  <a:schemeClr val="tx1">
                    <a:tint val="82000"/>
                  </a:schemeClr>
                </a:solidFill>
              </a:defRPr>
            </a:lvl2pPr>
            <a:lvl3pPr marL="263987" indent="0">
              <a:buNone/>
              <a:defRPr sz="520">
                <a:solidFill>
                  <a:schemeClr val="tx1">
                    <a:tint val="82000"/>
                  </a:schemeClr>
                </a:solidFill>
              </a:defRPr>
            </a:lvl3pPr>
            <a:lvl4pPr marL="395981" indent="0">
              <a:buNone/>
              <a:defRPr sz="462">
                <a:solidFill>
                  <a:schemeClr val="tx1">
                    <a:tint val="82000"/>
                  </a:schemeClr>
                </a:solidFill>
              </a:defRPr>
            </a:lvl4pPr>
            <a:lvl5pPr marL="527975" indent="0">
              <a:buNone/>
              <a:defRPr sz="462">
                <a:solidFill>
                  <a:schemeClr val="tx1">
                    <a:tint val="82000"/>
                  </a:schemeClr>
                </a:solidFill>
              </a:defRPr>
            </a:lvl5pPr>
            <a:lvl6pPr marL="659968" indent="0">
              <a:buNone/>
              <a:defRPr sz="462">
                <a:solidFill>
                  <a:schemeClr val="tx1">
                    <a:tint val="82000"/>
                  </a:schemeClr>
                </a:solidFill>
              </a:defRPr>
            </a:lvl6pPr>
            <a:lvl7pPr marL="791962" indent="0">
              <a:buNone/>
              <a:defRPr sz="462">
                <a:solidFill>
                  <a:schemeClr val="tx1">
                    <a:tint val="82000"/>
                  </a:schemeClr>
                </a:solidFill>
              </a:defRPr>
            </a:lvl7pPr>
            <a:lvl8pPr marL="923955" indent="0">
              <a:buNone/>
              <a:defRPr sz="462">
                <a:solidFill>
                  <a:schemeClr val="tx1">
                    <a:tint val="82000"/>
                  </a:schemeClr>
                </a:solidFill>
              </a:defRPr>
            </a:lvl8pPr>
            <a:lvl9pPr marL="1055949" indent="0">
              <a:buNone/>
              <a:defRPr sz="46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5E1E09-E68C-460C-9525-CF34F9491C17}" type="datetimeFigureOut">
              <a:rPr lang="en-AU" smtClean="0"/>
              <a:t>22/04/2026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75933C-6484-40B7-89BC-018BD25E8DAB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015488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526980"/>
            <a:ext cx="5181600" cy="125604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526980"/>
            <a:ext cx="5181600" cy="125604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5E1E09-E68C-460C-9525-CF34F9491C17}" type="datetimeFigureOut">
              <a:rPr lang="en-AU" smtClean="0"/>
              <a:t>22/04/2026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75933C-6484-40B7-89BC-018BD25E8DAB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470282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105396"/>
            <a:ext cx="10515600" cy="38263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485280"/>
            <a:ext cx="5157787" cy="237828"/>
          </a:xfrm>
        </p:spPr>
        <p:txBody>
          <a:bodyPr anchor="b"/>
          <a:lstStyle>
            <a:lvl1pPr marL="0" indent="0">
              <a:buNone/>
              <a:defRPr sz="693" b="1"/>
            </a:lvl1pPr>
            <a:lvl2pPr marL="131994" indent="0">
              <a:buNone/>
              <a:defRPr sz="577" b="1"/>
            </a:lvl2pPr>
            <a:lvl3pPr marL="263987" indent="0">
              <a:buNone/>
              <a:defRPr sz="520" b="1"/>
            </a:lvl3pPr>
            <a:lvl4pPr marL="395981" indent="0">
              <a:buNone/>
              <a:defRPr sz="462" b="1"/>
            </a:lvl4pPr>
            <a:lvl5pPr marL="527975" indent="0">
              <a:buNone/>
              <a:defRPr sz="462" b="1"/>
            </a:lvl5pPr>
            <a:lvl6pPr marL="659968" indent="0">
              <a:buNone/>
              <a:defRPr sz="462" b="1"/>
            </a:lvl6pPr>
            <a:lvl7pPr marL="791962" indent="0">
              <a:buNone/>
              <a:defRPr sz="462" b="1"/>
            </a:lvl7pPr>
            <a:lvl8pPr marL="923955" indent="0">
              <a:buNone/>
              <a:defRPr sz="462" b="1"/>
            </a:lvl8pPr>
            <a:lvl9pPr marL="1055949" indent="0">
              <a:buNone/>
              <a:defRPr sz="462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723109"/>
            <a:ext cx="5157787" cy="106358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485280"/>
            <a:ext cx="5183188" cy="237828"/>
          </a:xfrm>
        </p:spPr>
        <p:txBody>
          <a:bodyPr anchor="b"/>
          <a:lstStyle>
            <a:lvl1pPr marL="0" indent="0">
              <a:buNone/>
              <a:defRPr sz="693" b="1"/>
            </a:lvl1pPr>
            <a:lvl2pPr marL="131994" indent="0">
              <a:buNone/>
              <a:defRPr sz="577" b="1"/>
            </a:lvl2pPr>
            <a:lvl3pPr marL="263987" indent="0">
              <a:buNone/>
              <a:defRPr sz="520" b="1"/>
            </a:lvl3pPr>
            <a:lvl4pPr marL="395981" indent="0">
              <a:buNone/>
              <a:defRPr sz="462" b="1"/>
            </a:lvl4pPr>
            <a:lvl5pPr marL="527975" indent="0">
              <a:buNone/>
              <a:defRPr sz="462" b="1"/>
            </a:lvl5pPr>
            <a:lvl6pPr marL="659968" indent="0">
              <a:buNone/>
              <a:defRPr sz="462" b="1"/>
            </a:lvl6pPr>
            <a:lvl7pPr marL="791962" indent="0">
              <a:buNone/>
              <a:defRPr sz="462" b="1"/>
            </a:lvl7pPr>
            <a:lvl8pPr marL="923955" indent="0">
              <a:buNone/>
              <a:defRPr sz="462" b="1"/>
            </a:lvl8pPr>
            <a:lvl9pPr marL="1055949" indent="0">
              <a:buNone/>
              <a:defRPr sz="462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723109"/>
            <a:ext cx="5183188" cy="106358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5E1E09-E68C-460C-9525-CF34F9491C17}" type="datetimeFigureOut">
              <a:rPr lang="en-AU" smtClean="0"/>
              <a:t>22/04/2026</a:t>
            </a:fld>
            <a:endParaRPr lang="en-A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75933C-6484-40B7-89BC-018BD25E8DAB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070102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5E1E09-E68C-460C-9525-CF34F9491C17}" type="datetimeFigureOut">
              <a:rPr lang="en-AU" smtClean="0"/>
              <a:t>22/04/2026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75933C-6484-40B7-89BC-018BD25E8DAB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126928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5E1E09-E68C-460C-9525-CF34F9491C17}" type="datetimeFigureOut">
              <a:rPr lang="en-AU" smtClean="0"/>
              <a:t>22/04/2026</a:t>
            </a:fld>
            <a:endParaRPr lang="en-A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75933C-6484-40B7-89BC-018BD25E8DAB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743910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131974"/>
            <a:ext cx="3932237" cy="461910"/>
          </a:xfrm>
        </p:spPr>
        <p:txBody>
          <a:bodyPr anchor="b"/>
          <a:lstStyle>
            <a:lvl1pPr>
              <a:defRPr sz="924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285028"/>
            <a:ext cx="6172200" cy="1406808"/>
          </a:xfrm>
        </p:spPr>
        <p:txBody>
          <a:bodyPr/>
          <a:lstStyle>
            <a:lvl1pPr>
              <a:defRPr sz="924"/>
            </a:lvl1pPr>
            <a:lvl2pPr>
              <a:defRPr sz="808"/>
            </a:lvl2pPr>
            <a:lvl3pPr>
              <a:defRPr sz="693"/>
            </a:lvl3pPr>
            <a:lvl4pPr>
              <a:defRPr sz="577"/>
            </a:lvl4pPr>
            <a:lvl5pPr>
              <a:defRPr sz="577"/>
            </a:lvl5pPr>
            <a:lvl6pPr>
              <a:defRPr sz="577"/>
            </a:lvl6pPr>
            <a:lvl7pPr>
              <a:defRPr sz="577"/>
            </a:lvl7pPr>
            <a:lvl8pPr>
              <a:defRPr sz="577"/>
            </a:lvl8pPr>
            <a:lvl9pPr>
              <a:defRPr sz="577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593884"/>
            <a:ext cx="3932237" cy="1100243"/>
          </a:xfrm>
        </p:spPr>
        <p:txBody>
          <a:bodyPr/>
          <a:lstStyle>
            <a:lvl1pPr marL="0" indent="0">
              <a:buNone/>
              <a:defRPr sz="462"/>
            </a:lvl1pPr>
            <a:lvl2pPr marL="131994" indent="0">
              <a:buNone/>
              <a:defRPr sz="404"/>
            </a:lvl2pPr>
            <a:lvl3pPr marL="263987" indent="0">
              <a:buNone/>
              <a:defRPr sz="346"/>
            </a:lvl3pPr>
            <a:lvl4pPr marL="395981" indent="0">
              <a:buNone/>
              <a:defRPr sz="289"/>
            </a:lvl4pPr>
            <a:lvl5pPr marL="527975" indent="0">
              <a:buNone/>
              <a:defRPr sz="289"/>
            </a:lvl5pPr>
            <a:lvl6pPr marL="659968" indent="0">
              <a:buNone/>
              <a:defRPr sz="289"/>
            </a:lvl6pPr>
            <a:lvl7pPr marL="791962" indent="0">
              <a:buNone/>
              <a:defRPr sz="289"/>
            </a:lvl7pPr>
            <a:lvl8pPr marL="923955" indent="0">
              <a:buNone/>
              <a:defRPr sz="289"/>
            </a:lvl8pPr>
            <a:lvl9pPr marL="1055949" indent="0">
              <a:buNone/>
              <a:defRPr sz="289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5E1E09-E68C-460C-9525-CF34F9491C17}" type="datetimeFigureOut">
              <a:rPr lang="en-AU" smtClean="0"/>
              <a:t>22/04/2026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75933C-6484-40B7-89BC-018BD25E8DAB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799831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131974"/>
            <a:ext cx="3932237" cy="461910"/>
          </a:xfrm>
        </p:spPr>
        <p:txBody>
          <a:bodyPr anchor="b"/>
          <a:lstStyle>
            <a:lvl1pPr>
              <a:defRPr sz="924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285028"/>
            <a:ext cx="6172200" cy="1406808"/>
          </a:xfrm>
        </p:spPr>
        <p:txBody>
          <a:bodyPr anchor="t"/>
          <a:lstStyle>
            <a:lvl1pPr marL="0" indent="0">
              <a:buNone/>
              <a:defRPr sz="924"/>
            </a:lvl1pPr>
            <a:lvl2pPr marL="131994" indent="0">
              <a:buNone/>
              <a:defRPr sz="808"/>
            </a:lvl2pPr>
            <a:lvl3pPr marL="263987" indent="0">
              <a:buNone/>
              <a:defRPr sz="693"/>
            </a:lvl3pPr>
            <a:lvl4pPr marL="395981" indent="0">
              <a:buNone/>
              <a:defRPr sz="577"/>
            </a:lvl4pPr>
            <a:lvl5pPr marL="527975" indent="0">
              <a:buNone/>
              <a:defRPr sz="577"/>
            </a:lvl5pPr>
            <a:lvl6pPr marL="659968" indent="0">
              <a:buNone/>
              <a:defRPr sz="577"/>
            </a:lvl6pPr>
            <a:lvl7pPr marL="791962" indent="0">
              <a:buNone/>
              <a:defRPr sz="577"/>
            </a:lvl7pPr>
            <a:lvl8pPr marL="923955" indent="0">
              <a:buNone/>
              <a:defRPr sz="577"/>
            </a:lvl8pPr>
            <a:lvl9pPr marL="1055949" indent="0">
              <a:buNone/>
              <a:defRPr sz="577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593884"/>
            <a:ext cx="3932237" cy="1100243"/>
          </a:xfrm>
        </p:spPr>
        <p:txBody>
          <a:bodyPr/>
          <a:lstStyle>
            <a:lvl1pPr marL="0" indent="0">
              <a:buNone/>
              <a:defRPr sz="462"/>
            </a:lvl1pPr>
            <a:lvl2pPr marL="131994" indent="0">
              <a:buNone/>
              <a:defRPr sz="404"/>
            </a:lvl2pPr>
            <a:lvl3pPr marL="263987" indent="0">
              <a:buNone/>
              <a:defRPr sz="346"/>
            </a:lvl3pPr>
            <a:lvl4pPr marL="395981" indent="0">
              <a:buNone/>
              <a:defRPr sz="289"/>
            </a:lvl4pPr>
            <a:lvl5pPr marL="527975" indent="0">
              <a:buNone/>
              <a:defRPr sz="289"/>
            </a:lvl5pPr>
            <a:lvl6pPr marL="659968" indent="0">
              <a:buNone/>
              <a:defRPr sz="289"/>
            </a:lvl6pPr>
            <a:lvl7pPr marL="791962" indent="0">
              <a:buNone/>
              <a:defRPr sz="289"/>
            </a:lvl7pPr>
            <a:lvl8pPr marL="923955" indent="0">
              <a:buNone/>
              <a:defRPr sz="289"/>
            </a:lvl8pPr>
            <a:lvl9pPr marL="1055949" indent="0">
              <a:buNone/>
              <a:defRPr sz="289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5E1E09-E68C-460C-9525-CF34F9491C17}" type="datetimeFigureOut">
              <a:rPr lang="en-AU" smtClean="0"/>
              <a:t>22/04/2026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75933C-6484-40B7-89BC-018BD25E8DAB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080215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5E1E09-E68C-460C-9525-CF34F9491C17}" type="datetimeFigureOut">
              <a:rPr lang="en-AU" smtClean="0"/>
              <a:t>22/04/2026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75933C-6484-40B7-89BC-018BD25E8DAB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466366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105396"/>
            <a:ext cx="2628900" cy="1677631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105396"/>
            <a:ext cx="7734300" cy="1677631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5E1E09-E68C-460C-9525-CF34F9491C17}" type="datetimeFigureOut">
              <a:rPr lang="en-AU" smtClean="0"/>
              <a:t>22/04/2026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75933C-6484-40B7-89BC-018BD25E8DAB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921337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105396"/>
            <a:ext cx="10515600" cy="3826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526980"/>
            <a:ext cx="10515600" cy="12560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1834808"/>
            <a:ext cx="2743200" cy="105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4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5E1E09-E68C-460C-9525-CF34F9491C17}" type="datetimeFigureOut">
              <a:rPr lang="en-AU" smtClean="0"/>
              <a:t>22/04/2026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1834808"/>
            <a:ext cx="4114800" cy="105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4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1834808"/>
            <a:ext cx="2743200" cy="105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4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75933C-6484-40B7-89BC-018BD25E8DAB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607781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263987" rtl="0" eaLnBrk="1" latinLnBrk="0" hangingPunct="1">
        <a:lnSpc>
          <a:spcPct val="90000"/>
        </a:lnSpc>
        <a:spcBef>
          <a:spcPct val="0"/>
        </a:spcBef>
        <a:buNone/>
        <a:defRPr sz="127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5997" indent="-65997" algn="l" defTabSz="263987" rtl="0" eaLnBrk="1" latinLnBrk="0" hangingPunct="1">
        <a:lnSpc>
          <a:spcPct val="90000"/>
        </a:lnSpc>
        <a:spcBef>
          <a:spcPts val="289"/>
        </a:spcBef>
        <a:buFont typeface="Arial" panose="020B0604020202020204" pitchFamily="34" charset="0"/>
        <a:buChar char="•"/>
        <a:defRPr sz="808" kern="1200">
          <a:solidFill>
            <a:schemeClr val="tx1"/>
          </a:solidFill>
          <a:latin typeface="+mn-lt"/>
          <a:ea typeface="+mn-ea"/>
          <a:cs typeface="+mn-cs"/>
        </a:defRPr>
      </a:lvl1pPr>
      <a:lvl2pPr marL="197990" indent="-65997" algn="l" defTabSz="263987" rtl="0" eaLnBrk="1" latinLnBrk="0" hangingPunct="1">
        <a:lnSpc>
          <a:spcPct val="90000"/>
        </a:lnSpc>
        <a:spcBef>
          <a:spcPts val="144"/>
        </a:spcBef>
        <a:buFont typeface="Arial" panose="020B0604020202020204" pitchFamily="34" charset="0"/>
        <a:buChar char="•"/>
        <a:defRPr sz="693" kern="1200">
          <a:solidFill>
            <a:schemeClr val="tx1"/>
          </a:solidFill>
          <a:latin typeface="+mn-lt"/>
          <a:ea typeface="+mn-ea"/>
          <a:cs typeface="+mn-cs"/>
        </a:defRPr>
      </a:lvl2pPr>
      <a:lvl3pPr marL="329984" indent="-65997" algn="l" defTabSz="263987" rtl="0" eaLnBrk="1" latinLnBrk="0" hangingPunct="1">
        <a:lnSpc>
          <a:spcPct val="90000"/>
        </a:lnSpc>
        <a:spcBef>
          <a:spcPts val="144"/>
        </a:spcBef>
        <a:buFont typeface="Arial" panose="020B0604020202020204" pitchFamily="34" charset="0"/>
        <a:buChar char="•"/>
        <a:defRPr sz="577" kern="1200">
          <a:solidFill>
            <a:schemeClr val="tx1"/>
          </a:solidFill>
          <a:latin typeface="+mn-lt"/>
          <a:ea typeface="+mn-ea"/>
          <a:cs typeface="+mn-cs"/>
        </a:defRPr>
      </a:lvl3pPr>
      <a:lvl4pPr marL="461978" indent="-65997" algn="l" defTabSz="263987" rtl="0" eaLnBrk="1" latinLnBrk="0" hangingPunct="1">
        <a:lnSpc>
          <a:spcPct val="90000"/>
        </a:lnSpc>
        <a:spcBef>
          <a:spcPts val="144"/>
        </a:spcBef>
        <a:buFont typeface="Arial" panose="020B0604020202020204" pitchFamily="34" charset="0"/>
        <a:buChar char="•"/>
        <a:defRPr sz="520" kern="1200">
          <a:solidFill>
            <a:schemeClr val="tx1"/>
          </a:solidFill>
          <a:latin typeface="+mn-lt"/>
          <a:ea typeface="+mn-ea"/>
          <a:cs typeface="+mn-cs"/>
        </a:defRPr>
      </a:lvl4pPr>
      <a:lvl5pPr marL="593971" indent="-65997" algn="l" defTabSz="263987" rtl="0" eaLnBrk="1" latinLnBrk="0" hangingPunct="1">
        <a:lnSpc>
          <a:spcPct val="90000"/>
        </a:lnSpc>
        <a:spcBef>
          <a:spcPts val="144"/>
        </a:spcBef>
        <a:buFont typeface="Arial" panose="020B0604020202020204" pitchFamily="34" charset="0"/>
        <a:buChar char="•"/>
        <a:defRPr sz="520" kern="1200">
          <a:solidFill>
            <a:schemeClr val="tx1"/>
          </a:solidFill>
          <a:latin typeface="+mn-lt"/>
          <a:ea typeface="+mn-ea"/>
          <a:cs typeface="+mn-cs"/>
        </a:defRPr>
      </a:lvl5pPr>
      <a:lvl6pPr marL="725965" indent="-65997" algn="l" defTabSz="263987" rtl="0" eaLnBrk="1" latinLnBrk="0" hangingPunct="1">
        <a:lnSpc>
          <a:spcPct val="90000"/>
        </a:lnSpc>
        <a:spcBef>
          <a:spcPts val="144"/>
        </a:spcBef>
        <a:buFont typeface="Arial" panose="020B0604020202020204" pitchFamily="34" charset="0"/>
        <a:buChar char="•"/>
        <a:defRPr sz="520" kern="1200">
          <a:solidFill>
            <a:schemeClr val="tx1"/>
          </a:solidFill>
          <a:latin typeface="+mn-lt"/>
          <a:ea typeface="+mn-ea"/>
          <a:cs typeface="+mn-cs"/>
        </a:defRPr>
      </a:lvl6pPr>
      <a:lvl7pPr marL="857959" indent="-65997" algn="l" defTabSz="263987" rtl="0" eaLnBrk="1" latinLnBrk="0" hangingPunct="1">
        <a:lnSpc>
          <a:spcPct val="90000"/>
        </a:lnSpc>
        <a:spcBef>
          <a:spcPts val="144"/>
        </a:spcBef>
        <a:buFont typeface="Arial" panose="020B0604020202020204" pitchFamily="34" charset="0"/>
        <a:buChar char="•"/>
        <a:defRPr sz="520" kern="1200">
          <a:solidFill>
            <a:schemeClr val="tx1"/>
          </a:solidFill>
          <a:latin typeface="+mn-lt"/>
          <a:ea typeface="+mn-ea"/>
          <a:cs typeface="+mn-cs"/>
        </a:defRPr>
      </a:lvl7pPr>
      <a:lvl8pPr marL="989952" indent="-65997" algn="l" defTabSz="263987" rtl="0" eaLnBrk="1" latinLnBrk="0" hangingPunct="1">
        <a:lnSpc>
          <a:spcPct val="90000"/>
        </a:lnSpc>
        <a:spcBef>
          <a:spcPts val="144"/>
        </a:spcBef>
        <a:buFont typeface="Arial" panose="020B0604020202020204" pitchFamily="34" charset="0"/>
        <a:buChar char="•"/>
        <a:defRPr sz="520" kern="1200">
          <a:solidFill>
            <a:schemeClr val="tx1"/>
          </a:solidFill>
          <a:latin typeface="+mn-lt"/>
          <a:ea typeface="+mn-ea"/>
          <a:cs typeface="+mn-cs"/>
        </a:defRPr>
      </a:lvl8pPr>
      <a:lvl9pPr marL="1121946" indent="-65997" algn="l" defTabSz="263987" rtl="0" eaLnBrk="1" latinLnBrk="0" hangingPunct="1">
        <a:lnSpc>
          <a:spcPct val="90000"/>
        </a:lnSpc>
        <a:spcBef>
          <a:spcPts val="144"/>
        </a:spcBef>
        <a:buFont typeface="Arial" panose="020B0604020202020204" pitchFamily="34" charset="0"/>
        <a:buChar char="•"/>
        <a:defRPr sz="5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63987" rtl="0" eaLnBrk="1" latinLnBrk="0" hangingPunct="1">
        <a:defRPr sz="520" kern="1200">
          <a:solidFill>
            <a:schemeClr val="tx1"/>
          </a:solidFill>
          <a:latin typeface="+mn-lt"/>
          <a:ea typeface="+mn-ea"/>
          <a:cs typeface="+mn-cs"/>
        </a:defRPr>
      </a:lvl1pPr>
      <a:lvl2pPr marL="131994" algn="l" defTabSz="263987" rtl="0" eaLnBrk="1" latinLnBrk="0" hangingPunct="1">
        <a:defRPr sz="520" kern="1200">
          <a:solidFill>
            <a:schemeClr val="tx1"/>
          </a:solidFill>
          <a:latin typeface="+mn-lt"/>
          <a:ea typeface="+mn-ea"/>
          <a:cs typeface="+mn-cs"/>
        </a:defRPr>
      </a:lvl2pPr>
      <a:lvl3pPr marL="263987" algn="l" defTabSz="263987" rtl="0" eaLnBrk="1" latinLnBrk="0" hangingPunct="1">
        <a:defRPr sz="520" kern="1200">
          <a:solidFill>
            <a:schemeClr val="tx1"/>
          </a:solidFill>
          <a:latin typeface="+mn-lt"/>
          <a:ea typeface="+mn-ea"/>
          <a:cs typeface="+mn-cs"/>
        </a:defRPr>
      </a:lvl3pPr>
      <a:lvl4pPr marL="395981" algn="l" defTabSz="263987" rtl="0" eaLnBrk="1" latinLnBrk="0" hangingPunct="1">
        <a:defRPr sz="520" kern="1200">
          <a:solidFill>
            <a:schemeClr val="tx1"/>
          </a:solidFill>
          <a:latin typeface="+mn-lt"/>
          <a:ea typeface="+mn-ea"/>
          <a:cs typeface="+mn-cs"/>
        </a:defRPr>
      </a:lvl4pPr>
      <a:lvl5pPr marL="527975" algn="l" defTabSz="263987" rtl="0" eaLnBrk="1" latinLnBrk="0" hangingPunct="1">
        <a:defRPr sz="520" kern="1200">
          <a:solidFill>
            <a:schemeClr val="tx1"/>
          </a:solidFill>
          <a:latin typeface="+mn-lt"/>
          <a:ea typeface="+mn-ea"/>
          <a:cs typeface="+mn-cs"/>
        </a:defRPr>
      </a:lvl5pPr>
      <a:lvl6pPr marL="659968" algn="l" defTabSz="263987" rtl="0" eaLnBrk="1" latinLnBrk="0" hangingPunct="1">
        <a:defRPr sz="520" kern="1200">
          <a:solidFill>
            <a:schemeClr val="tx1"/>
          </a:solidFill>
          <a:latin typeface="+mn-lt"/>
          <a:ea typeface="+mn-ea"/>
          <a:cs typeface="+mn-cs"/>
        </a:defRPr>
      </a:lvl6pPr>
      <a:lvl7pPr marL="791962" algn="l" defTabSz="263987" rtl="0" eaLnBrk="1" latinLnBrk="0" hangingPunct="1">
        <a:defRPr sz="520" kern="1200">
          <a:solidFill>
            <a:schemeClr val="tx1"/>
          </a:solidFill>
          <a:latin typeface="+mn-lt"/>
          <a:ea typeface="+mn-ea"/>
          <a:cs typeface="+mn-cs"/>
        </a:defRPr>
      </a:lvl7pPr>
      <a:lvl8pPr marL="923955" algn="l" defTabSz="263987" rtl="0" eaLnBrk="1" latinLnBrk="0" hangingPunct="1">
        <a:defRPr sz="520" kern="1200">
          <a:solidFill>
            <a:schemeClr val="tx1"/>
          </a:solidFill>
          <a:latin typeface="+mn-lt"/>
          <a:ea typeface="+mn-ea"/>
          <a:cs typeface="+mn-cs"/>
        </a:defRPr>
      </a:lvl8pPr>
      <a:lvl9pPr marL="1055949" algn="l" defTabSz="263987" rtl="0" eaLnBrk="1" latinLnBrk="0" hangingPunct="1">
        <a:defRPr sz="5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F717E1B-689E-97FD-AD86-68C606B84B80}"/>
              </a:ext>
            </a:extLst>
          </p:cNvPr>
          <p:cNvSpPr/>
          <p:nvPr/>
        </p:nvSpPr>
        <p:spPr>
          <a:xfrm>
            <a:off x="39078" y="432029"/>
            <a:ext cx="817520" cy="7785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36000" rIns="54000" bIns="36000" rtlCol="0" anchor="ctr"/>
          <a:lstStyle/>
          <a:p>
            <a:pPr algn="ctr"/>
            <a:r>
              <a:rPr lang="en-AU" sz="1300" dirty="0">
                <a:solidFill>
                  <a:schemeClr val="tx1"/>
                </a:solidFill>
              </a:rPr>
              <a:t>1. List </a:t>
            </a:r>
            <a:r>
              <a:rPr lang="en-AU" sz="1300" b="1" dirty="0">
                <a:solidFill>
                  <a:schemeClr val="tx1"/>
                </a:solidFill>
              </a:rPr>
              <a:t>Primary </a:t>
            </a:r>
            <a:r>
              <a:rPr lang="en-AU" sz="1300" dirty="0">
                <a:solidFill>
                  <a:schemeClr val="tx1"/>
                </a:solidFill>
              </a:rPr>
              <a:t>vertices.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9F510F48-003D-3ABD-BA69-EC7AAF334FAD}"/>
              </a:ext>
            </a:extLst>
          </p:cNvPr>
          <p:cNvCxnSpPr>
            <a:cxnSpLocks/>
          </p:cNvCxnSpPr>
          <p:nvPr/>
        </p:nvCxnSpPr>
        <p:spPr>
          <a:xfrm>
            <a:off x="866744" y="821253"/>
            <a:ext cx="194150" cy="150"/>
          </a:xfrm>
          <a:prstGeom prst="straightConnector1">
            <a:avLst/>
          </a:prstGeom>
          <a:ln w="28575">
            <a:solidFill>
              <a:schemeClr val="tx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F7872621-FEDC-9E1B-99BC-6B10F994048F}"/>
              </a:ext>
            </a:extLst>
          </p:cNvPr>
          <p:cNvSpPr/>
          <p:nvPr/>
        </p:nvSpPr>
        <p:spPr>
          <a:xfrm>
            <a:off x="1048340" y="144215"/>
            <a:ext cx="1002562" cy="135422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36000" rIns="54000" bIns="36000" rtlCol="0" anchor="ctr"/>
          <a:lstStyle/>
          <a:p>
            <a:pPr algn="ctr"/>
            <a:r>
              <a:rPr lang="en-AU" sz="1300" dirty="0">
                <a:solidFill>
                  <a:schemeClr val="tx1"/>
                </a:solidFill>
              </a:rPr>
              <a:t>2. Plot and determine whether additional vertices are needed.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56279D2-7570-6314-E56B-336CD982FDA0}"/>
              </a:ext>
            </a:extLst>
          </p:cNvPr>
          <p:cNvCxnSpPr>
            <a:cxnSpLocks/>
          </p:cNvCxnSpPr>
          <p:nvPr/>
        </p:nvCxnSpPr>
        <p:spPr>
          <a:xfrm>
            <a:off x="2056040" y="821253"/>
            <a:ext cx="194150" cy="150"/>
          </a:xfrm>
          <a:prstGeom prst="straightConnector1">
            <a:avLst/>
          </a:prstGeom>
          <a:ln w="28575">
            <a:solidFill>
              <a:schemeClr val="tx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2FD5896B-7BDD-CF92-73BC-CB45B08B509F}"/>
              </a:ext>
            </a:extLst>
          </p:cNvPr>
          <p:cNvSpPr/>
          <p:nvPr/>
        </p:nvSpPr>
        <p:spPr>
          <a:xfrm>
            <a:off x="2242644" y="144215"/>
            <a:ext cx="1002562" cy="135422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36000" rIns="54000" bIns="36000" rtlCol="0" anchor="ctr"/>
          <a:lstStyle/>
          <a:p>
            <a:pPr algn="ctr"/>
            <a:r>
              <a:rPr lang="en-AU" sz="1300" dirty="0">
                <a:solidFill>
                  <a:schemeClr val="tx1"/>
                </a:solidFill>
              </a:rPr>
              <a:t>3. Add </a:t>
            </a:r>
            <a:r>
              <a:rPr lang="en-AU" sz="1300" b="1" dirty="0">
                <a:solidFill>
                  <a:schemeClr val="tx1"/>
                </a:solidFill>
              </a:rPr>
              <a:t>Secondary</a:t>
            </a:r>
            <a:r>
              <a:rPr lang="en-AU" sz="1300" dirty="0">
                <a:solidFill>
                  <a:schemeClr val="tx1"/>
                </a:solidFill>
              </a:rPr>
              <a:t> and/or </a:t>
            </a:r>
            <a:r>
              <a:rPr lang="en-AU" sz="1300" b="1" dirty="0">
                <a:solidFill>
                  <a:schemeClr val="tx1"/>
                </a:solidFill>
              </a:rPr>
              <a:t>Inland</a:t>
            </a:r>
            <a:r>
              <a:rPr lang="en-AU" sz="1300" dirty="0">
                <a:solidFill>
                  <a:schemeClr val="tx1"/>
                </a:solidFill>
              </a:rPr>
              <a:t> vertices if needed.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16BB494-E0A5-E7CF-AF5D-D84650CAF86E}"/>
              </a:ext>
            </a:extLst>
          </p:cNvPr>
          <p:cNvCxnSpPr>
            <a:cxnSpLocks/>
          </p:cNvCxnSpPr>
          <p:nvPr/>
        </p:nvCxnSpPr>
        <p:spPr>
          <a:xfrm>
            <a:off x="3254572" y="821253"/>
            <a:ext cx="194150" cy="151"/>
          </a:xfrm>
          <a:prstGeom prst="straightConnector1">
            <a:avLst/>
          </a:prstGeom>
          <a:ln w="28575">
            <a:solidFill>
              <a:schemeClr val="tx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4F7FAE50-A9BD-BCDA-3C63-8848AE25C69C}"/>
              </a:ext>
            </a:extLst>
          </p:cNvPr>
          <p:cNvSpPr/>
          <p:nvPr/>
        </p:nvSpPr>
        <p:spPr>
          <a:xfrm>
            <a:off x="3436948" y="110228"/>
            <a:ext cx="1054901" cy="14222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36000" rIns="54000" bIns="36000" rtlCol="0" anchor="ctr"/>
          <a:lstStyle/>
          <a:p>
            <a:pPr algn="ctr"/>
            <a:r>
              <a:rPr lang="en-AU" sz="1300" dirty="0">
                <a:solidFill>
                  <a:schemeClr val="tx1"/>
                </a:solidFill>
              </a:rPr>
              <a:t>4. Combine all vertices clockwise to obtain the list of </a:t>
            </a:r>
            <a:r>
              <a:rPr lang="en-AU" sz="1300" b="1" dirty="0">
                <a:solidFill>
                  <a:schemeClr val="tx1"/>
                </a:solidFill>
              </a:rPr>
              <a:t>Master</a:t>
            </a:r>
            <a:r>
              <a:rPr lang="en-AU" sz="1300" dirty="0">
                <a:solidFill>
                  <a:schemeClr val="tx1"/>
                </a:solidFill>
              </a:rPr>
              <a:t> vertices.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1CB2A8C-EA2E-242A-8C07-728EED09437A}"/>
              </a:ext>
            </a:extLst>
          </p:cNvPr>
          <p:cNvCxnSpPr>
            <a:cxnSpLocks/>
          </p:cNvCxnSpPr>
          <p:nvPr/>
        </p:nvCxnSpPr>
        <p:spPr>
          <a:xfrm>
            <a:off x="4496207" y="821253"/>
            <a:ext cx="194150" cy="151"/>
          </a:xfrm>
          <a:prstGeom prst="straightConnector1">
            <a:avLst/>
          </a:prstGeom>
          <a:ln w="28575">
            <a:solidFill>
              <a:schemeClr val="tx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5FEFEC41-5E57-1EA9-D8FD-E2024E20D312}"/>
              </a:ext>
            </a:extLst>
          </p:cNvPr>
          <p:cNvSpPr/>
          <p:nvPr/>
        </p:nvSpPr>
        <p:spPr>
          <a:xfrm>
            <a:off x="4683591" y="141346"/>
            <a:ext cx="948672" cy="135996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36000" rIns="54000" bIns="36000" rtlCol="0" anchor="ctr"/>
          <a:lstStyle/>
          <a:p>
            <a:pPr algn="ctr"/>
            <a:r>
              <a:rPr lang="en-AU" sz="1300" dirty="0">
                <a:solidFill>
                  <a:schemeClr val="tx1"/>
                </a:solidFill>
              </a:rPr>
              <a:t>5. Build Master</a:t>
            </a:r>
            <a:r>
              <a:rPr lang="en-AU" sz="1300" u="sng" dirty="0">
                <a:solidFill>
                  <a:schemeClr val="tx1"/>
                </a:solidFill>
              </a:rPr>
              <a:t> </a:t>
            </a:r>
            <a:r>
              <a:rPr lang="en-AU" sz="1300" dirty="0">
                <a:solidFill>
                  <a:schemeClr val="tx1"/>
                </a:solidFill>
              </a:rPr>
              <a:t>polygon, including core metadata.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F97F323-AF61-E021-FA30-F23B0892626E}"/>
              </a:ext>
            </a:extLst>
          </p:cNvPr>
          <p:cNvCxnSpPr>
            <a:cxnSpLocks/>
          </p:cNvCxnSpPr>
          <p:nvPr/>
        </p:nvCxnSpPr>
        <p:spPr>
          <a:xfrm>
            <a:off x="5640849" y="821252"/>
            <a:ext cx="194150" cy="153"/>
          </a:xfrm>
          <a:prstGeom prst="straightConnector1">
            <a:avLst/>
          </a:prstGeom>
          <a:ln w="28575">
            <a:solidFill>
              <a:schemeClr val="tx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EBF08319-13C9-1337-7F1B-219D1B052044}"/>
              </a:ext>
            </a:extLst>
          </p:cNvPr>
          <p:cNvSpPr/>
          <p:nvPr/>
        </p:nvSpPr>
        <p:spPr>
          <a:xfrm>
            <a:off x="5824005" y="23522"/>
            <a:ext cx="1054901" cy="159561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36000" rIns="54000" bIns="36000" rtlCol="0" anchor="ctr"/>
          <a:lstStyle/>
          <a:p>
            <a:pPr algn="ctr"/>
            <a:r>
              <a:rPr lang="en-AU" sz="1300" dirty="0">
                <a:solidFill>
                  <a:schemeClr val="tx1"/>
                </a:solidFill>
              </a:rPr>
              <a:t>6. Clip Master polygon to the latest coastline to obtain the Clipped polygon.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2C3E962E-DA1F-77E7-FA27-ABC8E2CB1B6B}"/>
              </a:ext>
            </a:extLst>
          </p:cNvPr>
          <p:cNvCxnSpPr>
            <a:cxnSpLocks/>
            <a:stCxn id="23" idx="3"/>
            <a:endCxn id="22" idx="1"/>
          </p:cNvCxnSpPr>
          <p:nvPr/>
        </p:nvCxnSpPr>
        <p:spPr>
          <a:xfrm flipV="1">
            <a:off x="6878906" y="821328"/>
            <a:ext cx="191742" cy="1"/>
          </a:xfrm>
          <a:prstGeom prst="straightConnector1">
            <a:avLst/>
          </a:prstGeom>
          <a:ln w="28575">
            <a:solidFill>
              <a:schemeClr val="tx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542DC0B1-2239-9B55-2D5F-224D47C0AC3B}"/>
              </a:ext>
            </a:extLst>
          </p:cNvPr>
          <p:cNvSpPr/>
          <p:nvPr/>
        </p:nvSpPr>
        <p:spPr>
          <a:xfrm>
            <a:off x="9977863" y="518364"/>
            <a:ext cx="933569" cy="60592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36000" rIns="54000" bIns="36000" rtlCol="0" anchor="ctr"/>
          <a:lstStyle/>
          <a:p>
            <a:pPr algn="ctr"/>
            <a:r>
              <a:rPr lang="en-AU" sz="1300" dirty="0">
                <a:solidFill>
                  <a:schemeClr val="tx1"/>
                </a:solidFill>
              </a:rPr>
              <a:t>9. Add extra metadata.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F08770C-CC4C-40CA-B180-6CA584FE51CF}"/>
              </a:ext>
            </a:extLst>
          </p:cNvPr>
          <p:cNvCxnSpPr>
            <a:cxnSpLocks/>
          </p:cNvCxnSpPr>
          <p:nvPr/>
        </p:nvCxnSpPr>
        <p:spPr>
          <a:xfrm>
            <a:off x="10898882" y="821252"/>
            <a:ext cx="194147" cy="152"/>
          </a:xfrm>
          <a:prstGeom prst="straightConnector1">
            <a:avLst/>
          </a:prstGeom>
          <a:ln w="28575">
            <a:solidFill>
              <a:schemeClr val="tx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D63BD710-D11F-D60C-7B78-E06518C80CC2}"/>
              </a:ext>
            </a:extLst>
          </p:cNvPr>
          <p:cNvSpPr/>
          <p:nvPr/>
        </p:nvSpPr>
        <p:spPr>
          <a:xfrm>
            <a:off x="8621330" y="41637"/>
            <a:ext cx="1164791" cy="155938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36000" rIns="54000" bIns="36000" rtlCol="0" anchor="ctr"/>
          <a:lstStyle/>
          <a:p>
            <a:pPr algn="ctr"/>
            <a:r>
              <a:rPr lang="en-AU" sz="1300" dirty="0">
                <a:solidFill>
                  <a:schemeClr val="tx1"/>
                </a:solidFill>
              </a:rPr>
              <a:t>8. Group polygons of the same </a:t>
            </a:r>
            <a:r>
              <a:rPr lang="en-AU" sz="1300" i="1" dirty="0">
                <a:solidFill>
                  <a:schemeClr val="tx1"/>
                </a:solidFill>
              </a:rPr>
              <a:t>Class</a:t>
            </a:r>
            <a:r>
              <a:rPr lang="en-AU" sz="1300" dirty="0">
                <a:solidFill>
                  <a:schemeClr val="tx1"/>
                </a:solidFill>
              </a:rPr>
              <a:t> and export (</a:t>
            </a:r>
            <a:r>
              <a:rPr lang="en-AU" sz="1300" i="1" dirty="0">
                <a:solidFill>
                  <a:schemeClr val="tx1"/>
                </a:solidFill>
              </a:rPr>
              <a:t>e.g.</a:t>
            </a:r>
            <a:r>
              <a:rPr lang="en-AU" sz="1300" dirty="0">
                <a:solidFill>
                  <a:schemeClr val="tx1"/>
                </a:solidFill>
              </a:rPr>
              <a:t>, </a:t>
            </a:r>
            <a:r>
              <a:rPr lang="en-AU" sz="1300" dirty="0" err="1">
                <a:solidFill>
                  <a:schemeClr val="tx1"/>
                </a:solidFill>
              </a:rPr>
              <a:t>CCAMLR_ASD.gpkg</a:t>
            </a:r>
            <a:r>
              <a:rPr lang="en-AU" sz="1300" dirty="0">
                <a:solidFill>
                  <a:schemeClr val="tx1"/>
                </a:solidFill>
              </a:rPr>
              <a:t>).</a:t>
            </a:r>
            <a:endParaRPr lang="en-AU" sz="1300" i="1" dirty="0">
              <a:solidFill>
                <a:schemeClr val="tx1"/>
              </a:solidFill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3CA2521F-3572-639D-5043-E6F406800EA8}"/>
              </a:ext>
            </a:extLst>
          </p:cNvPr>
          <p:cNvCxnSpPr>
            <a:cxnSpLocks/>
          </p:cNvCxnSpPr>
          <p:nvPr/>
        </p:nvCxnSpPr>
        <p:spPr>
          <a:xfrm>
            <a:off x="9778579" y="821328"/>
            <a:ext cx="194150" cy="0"/>
          </a:xfrm>
          <a:prstGeom prst="straightConnector1">
            <a:avLst/>
          </a:prstGeom>
          <a:ln w="28575">
            <a:solidFill>
              <a:schemeClr val="tx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132DBEDB-F706-72EE-E300-7F38D37AB3FD}"/>
              </a:ext>
            </a:extLst>
          </p:cNvPr>
          <p:cNvSpPr/>
          <p:nvPr/>
        </p:nvSpPr>
        <p:spPr>
          <a:xfrm>
            <a:off x="11103178" y="91810"/>
            <a:ext cx="1057562" cy="145903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36000" rIns="54000" bIns="36000" rtlCol="0" anchor="ctr"/>
          <a:lstStyle/>
          <a:p>
            <a:pPr algn="ctr"/>
            <a:r>
              <a:rPr lang="en-AU" sz="1300" dirty="0">
                <a:solidFill>
                  <a:schemeClr val="tx1"/>
                </a:solidFill>
              </a:rPr>
              <a:t>10. Group all classes into a single </a:t>
            </a:r>
            <a:r>
              <a:rPr lang="en-AU" sz="1300" dirty="0" err="1">
                <a:solidFill>
                  <a:schemeClr val="tx1"/>
                </a:solidFill>
              </a:rPr>
              <a:t>geopackage</a:t>
            </a:r>
            <a:r>
              <a:rPr lang="en-AU" sz="1300" dirty="0">
                <a:solidFill>
                  <a:schemeClr val="tx1"/>
                </a:solidFill>
              </a:rPr>
              <a:t> (</a:t>
            </a:r>
            <a:r>
              <a:rPr lang="en-AU" sz="1300" dirty="0" err="1">
                <a:solidFill>
                  <a:schemeClr val="tx1"/>
                </a:solidFill>
              </a:rPr>
              <a:t>CCAMLR_All.gpkg</a:t>
            </a:r>
            <a:r>
              <a:rPr lang="en-AU" sz="1300" dirty="0">
                <a:solidFill>
                  <a:schemeClr val="tx1"/>
                </a:solidFill>
              </a:rPr>
              <a:t>).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57F7DD8-F03F-861D-5E0A-F231DA0CA335}"/>
              </a:ext>
            </a:extLst>
          </p:cNvPr>
          <p:cNvSpPr/>
          <p:nvPr/>
        </p:nvSpPr>
        <p:spPr>
          <a:xfrm>
            <a:off x="7070648" y="315855"/>
            <a:ext cx="1358940" cy="101094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36000" rIns="54000" bIns="36000" rtlCol="0" anchor="ctr"/>
          <a:lstStyle/>
          <a:p>
            <a:pPr algn="ctr"/>
            <a:r>
              <a:rPr lang="en-AU" sz="1300" dirty="0">
                <a:solidFill>
                  <a:schemeClr val="tx1"/>
                </a:solidFill>
              </a:rPr>
              <a:t>7. Export single object (</a:t>
            </a:r>
            <a:r>
              <a:rPr lang="en-AU" sz="1300" i="1" dirty="0">
                <a:solidFill>
                  <a:schemeClr val="tx1"/>
                </a:solidFill>
              </a:rPr>
              <a:t>e.g.</a:t>
            </a:r>
            <a:r>
              <a:rPr lang="en-AU" sz="1300" dirty="0">
                <a:solidFill>
                  <a:schemeClr val="tx1"/>
                </a:solidFill>
              </a:rPr>
              <a:t>, ASD_481_Master.gpkg).</a:t>
            </a:r>
            <a:endParaRPr lang="en-AU" sz="1300" i="1" dirty="0">
              <a:solidFill>
                <a:schemeClr val="tx1"/>
              </a:solidFill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295682D-52D9-6FC3-4418-15617AD25FF4}"/>
              </a:ext>
            </a:extLst>
          </p:cNvPr>
          <p:cNvCxnSpPr>
            <a:cxnSpLocks/>
          </p:cNvCxnSpPr>
          <p:nvPr/>
        </p:nvCxnSpPr>
        <p:spPr>
          <a:xfrm>
            <a:off x="8427054" y="821328"/>
            <a:ext cx="194150" cy="0"/>
          </a:xfrm>
          <a:prstGeom prst="straightConnector1">
            <a:avLst/>
          </a:prstGeom>
          <a:ln w="28575">
            <a:solidFill>
              <a:schemeClr val="tx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258FCB20-10E5-CD5D-79A1-E234CFA9B31C}"/>
              </a:ext>
            </a:extLst>
          </p:cNvPr>
          <p:cNvCxnSpPr>
            <a:cxnSpLocks/>
          </p:cNvCxnSpPr>
          <p:nvPr/>
        </p:nvCxnSpPr>
        <p:spPr>
          <a:xfrm>
            <a:off x="39078" y="1702405"/>
            <a:ext cx="4481921" cy="0"/>
          </a:xfrm>
          <a:prstGeom prst="straightConnector1">
            <a:avLst/>
          </a:prstGeom>
          <a:ln w="28575">
            <a:headEnd type="triangle"/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3FB5BD9-ECFC-9E9C-1F54-4C9B89404532}"/>
              </a:ext>
            </a:extLst>
          </p:cNvPr>
          <p:cNvCxnSpPr>
            <a:cxnSpLocks/>
          </p:cNvCxnSpPr>
          <p:nvPr/>
        </p:nvCxnSpPr>
        <p:spPr>
          <a:xfrm>
            <a:off x="4683591" y="1702405"/>
            <a:ext cx="3800966" cy="0"/>
          </a:xfrm>
          <a:prstGeom prst="straightConnector1">
            <a:avLst/>
          </a:prstGeom>
          <a:ln w="28575">
            <a:headEnd type="triangle"/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FC839F7A-4D41-6B4F-CB75-C31718E77B65}"/>
              </a:ext>
            </a:extLst>
          </p:cNvPr>
          <p:cNvCxnSpPr>
            <a:cxnSpLocks/>
          </p:cNvCxnSpPr>
          <p:nvPr/>
        </p:nvCxnSpPr>
        <p:spPr>
          <a:xfrm>
            <a:off x="8621204" y="1698660"/>
            <a:ext cx="3539536" cy="3745"/>
          </a:xfrm>
          <a:prstGeom prst="straightConnector1">
            <a:avLst/>
          </a:prstGeom>
          <a:ln w="28575">
            <a:headEnd type="triangle"/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EB4103B5-BEB1-A6FD-17FD-F7F46571FB32}"/>
              </a:ext>
            </a:extLst>
          </p:cNvPr>
          <p:cNvSpPr txBox="1"/>
          <p:nvPr/>
        </p:nvSpPr>
        <p:spPr>
          <a:xfrm>
            <a:off x="1315981" y="1700894"/>
            <a:ext cx="192811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1400" b="1" i="1" dirty="0">
                <a:solidFill>
                  <a:schemeClr val="tx2">
                    <a:lumMod val="50000"/>
                    <a:lumOff val="50000"/>
                  </a:schemeClr>
                </a:solidFill>
                <a:effectLst/>
                <a:latin typeface="Helvetica Neue"/>
              </a:rPr>
              <a:t>ID</a:t>
            </a:r>
            <a:r>
              <a:rPr lang="en-AU" sz="1400" b="1" i="0" dirty="0">
                <a:solidFill>
                  <a:schemeClr val="tx2">
                    <a:lumMod val="50000"/>
                    <a:lumOff val="50000"/>
                  </a:schemeClr>
                </a:solidFill>
                <a:effectLst/>
                <a:latin typeface="Helvetica Neue"/>
              </a:rPr>
              <a:t>_Step1_Vertices.R</a:t>
            </a:r>
            <a:endParaRPr lang="en-AU" sz="1400" b="1" dirty="0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2115BB7-F94D-CEA6-7B9D-814F71F0C813}"/>
              </a:ext>
            </a:extLst>
          </p:cNvPr>
          <p:cNvSpPr txBox="1"/>
          <p:nvPr/>
        </p:nvSpPr>
        <p:spPr>
          <a:xfrm>
            <a:off x="5486816" y="1698660"/>
            <a:ext cx="203524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1400" b="1" i="1" dirty="0">
                <a:solidFill>
                  <a:schemeClr val="tx2">
                    <a:lumMod val="50000"/>
                    <a:lumOff val="50000"/>
                  </a:schemeClr>
                </a:solidFill>
                <a:effectLst/>
                <a:latin typeface="Helvetica Neue"/>
              </a:rPr>
              <a:t>ID</a:t>
            </a:r>
            <a:r>
              <a:rPr lang="en-AU" sz="1400" b="1" i="0" dirty="0">
                <a:solidFill>
                  <a:schemeClr val="tx2">
                    <a:lumMod val="50000"/>
                    <a:lumOff val="50000"/>
                  </a:schemeClr>
                </a:solidFill>
                <a:effectLst/>
                <a:latin typeface="Helvetica Neue"/>
              </a:rPr>
              <a:t>_Step2_Polygons.R</a:t>
            </a:r>
            <a:endParaRPr lang="en-AU" sz="1400" b="1" dirty="0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EA2728D-A2F4-7C13-095D-E2CC7BFBA6AE}"/>
              </a:ext>
            </a:extLst>
          </p:cNvPr>
          <p:cNvSpPr txBox="1"/>
          <p:nvPr/>
        </p:nvSpPr>
        <p:spPr>
          <a:xfrm>
            <a:off x="9379050" y="1698660"/>
            <a:ext cx="219364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1400" b="1" dirty="0" err="1">
                <a:solidFill>
                  <a:schemeClr val="tx2">
                    <a:lumMod val="50000"/>
                    <a:lumOff val="50000"/>
                  </a:schemeClr>
                </a:solidFill>
                <a:effectLst/>
                <a:latin typeface="Helvetica Neue"/>
              </a:rPr>
              <a:t>Build_GeoPackages.R</a:t>
            </a:r>
            <a:endParaRPr lang="en-AU" sz="1400" b="1" dirty="0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250794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46</TotalTime>
  <Words>148</Words>
  <Application>Microsoft Office PowerPoint</Application>
  <PresentationFormat>Custom</PresentationFormat>
  <Paragraphs>13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Helvetica Neue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Stéphane Thanassekos</dc:creator>
  <cp:lastModifiedBy>Stéphane Thanassekos</cp:lastModifiedBy>
  <cp:revision>10</cp:revision>
  <dcterms:created xsi:type="dcterms:W3CDTF">2026-04-21T04:53:11Z</dcterms:created>
  <dcterms:modified xsi:type="dcterms:W3CDTF">2026-04-21T23:05:52Z</dcterms:modified>
</cp:coreProperties>
</file>