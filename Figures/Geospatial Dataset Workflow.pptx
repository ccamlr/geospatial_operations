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19796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23978"/>
            <a:ext cx="9144000" cy="689199"/>
          </a:xfrm>
        </p:spPr>
        <p:txBody>
          <a:bodyPr anchor="b"/>
          <a:lstStyle>
            <a:lvl1pPr algn="ctr">
              <a:defRPr sz="173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039755"/>
            <a:ext cx="9144000" cy="477948"/>
          </a:xfrm>
        </p:spPr>
        <p:txBody>
          <a:bodyPr/>
          <a:lstStyle>
            <a:lvl1pPr marL="0" indent="0" algn="ctr">
              <a:buNone/>
              <a:defRPr sz="693"/>
            </a:lvl1pPr>
            <a:lvl2pPr marL="131994" indent="0" algn="ctr">
              <a:buNone/>
              <a:defRPr sz="577"/>
            </a:lvl2pPr>
            <a:lvl3pPr marL="263987" indent="0" algn="ctr">
              <a:buNone/>
              <a:defRPr sz="520"/>
            </a:lvl3pPr>
            <a:lvl4pPr marL="395981" indent="0" algn="ctr">
              <a:buNone/>
              <a:defRPr sz="462"/>
            </a:lvl4pPr>
            <a:lvl5pPr marL="527975" indent="0" algn="ctr">
              <a:buNone/>
              <a:defRPr sz="462"/>
            </a:lvl5pPr>
            <a:lvl6pPr marL="659968" indent="0" algn="ctr">
              <a:buNone/>
              <a:defRPr sz="462"/>
            </a:lvl6pPr>
            <a:lvl7pPr marL="791962" indent="0" algn="ctr">
              <a:buNone/>
              <a:defRPr sz="462"/>
            </a:lvl7pPr>
            <a:lvl8pPr marL="923955" indent="0" algn="ctr">
              <a:buNone/>
              <a:defRPr sz="462"/>
            </a:lvl8pPr>
            <a:lvl9pPr marL="1055949" indent="0" algn="ctr">
              <a:buNone/>
              <a:defRPr sz="462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6027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810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493529"/>
            <a:ext cx="10515600" cy="823464"/>
          </a:xfrm>
        </p:spPr>
        <p:txBody>
          <a:bodyPr anchor="b"/>
          <a:lstStyle>
            <a:lvl1pPr>
              <a:defRPr sz="173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324783"/>
            <a:ext cx="10515600" cy="433040"/>
          </a:xfrm>
        </p:spPr>
        <p:txBody>
          <a:bodyPr/>
          <a:lstStyle>
            <a:lvl1pPr marL="0" indent="0">
              <a:buNone/>
              <a:defRPr sz="693">
                <a:solidFill>
                  <a:schemeClr val="tx1">
                    <a:tint val="82000"/>
                  </a:schemeClr>
                </a:solidFill>
              </a:defRPr>
            </a:lvl1pPr>
            <a:lvl2pPr marL="131994" indent="0">
              <a:buNone/>
              <a:defRPr sz="577">
                <a:solidFill>
                  <a:schemeClr val="tx1">
                    <a:tint val="82000"/>
                  </a:schemeClr>
                </a:solidFill>
              </a:defRPr>
            </a:lvl2pPr>
            <a:lvl3pPr marL="263987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3pPr>
            <a:lvl4pPr marL="395981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4pPr>
            <a:lvl5pPr marL="527975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5pPr>
            <a:lvl6pPr marL="659968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6pPr>
            <a:lvl7pPr marL="791962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7pPr>
            <a:lvl8pPr marL="923955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8pPr>
            <a:lvl9pPr marL="1055949" indent="0">
              <a:buNone/>
              <a:defRPr sz="4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1548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526980"/>
            <a:ext cx="5181600" cy="12560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526980"/>
            <a:ext cx="5181600" cy="125604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7028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5396"/>
            <a:ext cx="10515600" cy="3826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485280"/>
            <a:ext cx="5157787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723109"/>
            <a:ext cx="5157787" cy="10635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485280"/>
            <a:ext cx="5183188" cy="237828"/>
          </a:xfrm>
        </p:spPr>
        <p:txBody>
          <a:bodyPr anchor="b"/>
          <a:lstStyle>
            <a:lvl1pPr marL="0" indent="0">
              <a:buNone/>
              <a:defRPr sz="693" b="1"/>
            </a:lvl1pPr>
            <a:lvl2pPr marL="131994" indent="0">
              <a:buNone/>
              <a:defRPr sz="577" b="1"/>
            </a:lvl2pPr>
            <a:lvl3pPr marL="263987" indent="0">
              <a:buNone/>
              <a:defRPr sz="520" b="1"/>
            </a:lvl3pPr>
            <a:lvl4pPr marL="395981" indent="0">
              <a:buNone/>
              <a:defRPr sz="462" b="1"/>
            </a:lvl4pPr>
            <a:lvl5pPr marL="527975" indent="0">
              <a:buNone/>
              <a:defRPr sz="462" b="1"/>
            </a:lvl5pPr>
            <a:lvl6pPr marL="659968" indent="0">
              <a:buNone/>
              <a:defRPr sz="462" b="1"/>
            </a:lvl6pPr>
            <a:lvl7pPr marL="791962" indent="0">
              <a:buNone/>
              <a:defRPr sz="462" b="1"/>
            </a:lvl7pPr>
            <a:lvl8pPr marL="923955" indent="0">
              <a:buNone/>
              <a:defRPr sz="462" b="1"/>
            </a:lvl8pPr>
            <a:lvl9pPr marL="1055949" indent="0">
              <a:buNone/>
              <a:defRPr sz="462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723109"/>
            <a:ext cx="5183188" cy="106358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010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2692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391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1974"/>
            <a:ext cx="3932237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85028"/>
            <a:ext cx="6172200" cy="1406808"/>
          </a:xfrm>
        </p:spPr>
        <p:txBody>
          <a:bodyPr/>
          <a:lstStyle>
            <a:lvl1pPr>
              <a:defRPr sz="924"/>
            </a:lvl1pPr>
            <a:lvl2pPr>
              <a:defRPr sz="808"/>
            </a:lvl2pPr>
            <a:lvl3pPr>
              <a:defRPr sz="693"/>
            </a:lvl3pPr>
            <a:lvl4pPr>
              <a:defRPr sz="577"/>
            </a:lvl4pPr>
            <a:lvl5pPr>
              <a:defRPr sz="577"/>
            </a:lvl5pPr>
            <a:lvl6pPr>
              <a:defRPr sz="577"/>
            </a:lvl6pPr>
            <a:lvl7pPr>
              <a:defRPr sz="577"/>
            </a:lvl7pPr>
            <a:lvl8pPr>
              <a:defRPr sz="577"/>
            </a:lvl8pPr>
            <a:lvl9pPr>
              <a:defRPr sz="577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93884"/>
            <a:ext cx="3932237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998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131974"/>
            <a:ext cx="3932237" cy="461910"/>
          </a:xfrm>
        </p:spPr>
        <p:txBody>
          <a:bodyPr anchor="b"/>
          <a:lstStyle>
            <a:lvl1pPr>
              <a:defRPr sz="9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85028"/>
            <a:ext cx="6172200" cy="1406808"/>
          </a:xfrm>
        </p:spPr>
        <p:txBody>
          <a:bodyPr anchor="t"/>
          <a:lstStyle>
            <a:lvl1pPr marL="0" indent="0">
              <a:buNone/>
              <a:defRPr sz="924"/>
            </a:lvl1pPr>
            <a:lvl2pPr marL="131994" indent="0">
              <a:buNone/>
              <a:defRPr sz="808"/>
            </a:lvl2pPr>
            <a:lvl3pPr marL="263987" indent="0">
              <a:buNone/>
              <a:defRPr sz="693"/>
            </a:lvl3pPr>
            <a:lvl4pPr marL="395981" indent="0">
              <a:buNone/>
              <a:defRPr sz="577"/>
            </a:lvl4pPr>
            <a:lvl5pPr marL="527975" indent="0">
              <a:buNone/>
              <a:defRPr sz="577"/>
            </a:lvl5pPr>
            <a:lvl6pPr marL="659968" indent="0">
              <a:buNone/>
              <a:defRPr sz="577"/>
            </a:lvl6pPr>
            <a:lvl7pPr marL="791962" indent="0">
              <a:buNone/>
              <a:defRPr sz="577"/>
            </a:lvl7pPr>
            <a:lvl8pPr marL="923955" indent="0">
              <a:buNone/>
              <a:defRPr sz="577"/>
            </a:lvl8pPr>
            <a:lvl9pPr marL="1055949" indent="0">
              <a:buNone/>
              <a:defRPr sz="577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593884"/>
            <a:ext cx="3932237" cy="1100243"/>
          </a:xfrm>
        </p:spPr>
        <p:txBody>
          <a:bodyPr/>
          <a:lstStyle>
            <a:lvl1pPr marL="0" indent="0">
              <a:buNone/>
              <a:defRPr sz="462"/>
            </a:lvl1pPr>
            <a:lvl2pPr marL="131994" indent="0">
              <a:buNone/>
              <a:defRPr sz="404"/>
            </a:lvl2pPr>
            <a:lvl3pPr marL="263987" indent="0">
              <a:buNone/>
              <a:defRPr sz="346"/>
            </a:lvl3pPr>
            <a:lvl4pPr marL="395981" indent="0">
              <a:buNone/>
              <a:defRPr sz="289"/>
            </a:lvl4pPr>
            <a:lvl5pPr marL="527975" indent="0">
              <a:buNone/>
              <a:defRPr sz="289"/>
            </a:lvl5pPr>
            <a:lvl6pPr marL="659968" indent="0">
              <a:buNone/>
              <a:defRPr sz="289"/>
            </a:lvl6pPr>
            <a:lvl7pPr marL="791962" indent="0">
              <a:buNone/>
              <a:defRPr sz="289"/>
            </a:lvl7pPr>
            <a:lvl8pPr marL="923955" indent="0">
              <a:buNone/>
              <a:defRPr sz="289"/>
            </a:lvl8pPr>
            <a:lvl9pPr marL="1055949" indent="0">
              <a:buNone/>
              <a:defRPr sz="289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8021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6636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5396"/>
            <a:ext cx="2628900" cy="167763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5396"/>
            <a:ext cx="7734300" cy="167763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2133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05396"/>
            <a:ext cx="10515600" cy="3826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526980"/>
            <a:ext cx="10515600" cy="1256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834808"/>
            <a:ext cx="274320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5E1E09-E68C-460C-9525-CF34F9491C17}" type="datetimeFigureOut">
              <a:rPr lang="en-AU" smtClean="0"/>
              <a:t>21/04/2026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834808"/>
            <a:ext cx="411480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834808"/>
            <a:ext cx="2743200" cy="105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75933C-6484-40B7-89BC-018BD25E8DA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0778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63987" rtl="0" eaLnBrk="1" latinLnBrk="0" hangingPunct="1">
        <a:lnSpc>
          <a:spcPct val="90000"/>
        </a:lnSpc>
        <a:spcBef>
          <a:spcPct val="0"/>
        </a:spcBef>
        <a:buNone/>
        <a:defRPr sz="12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97" indent="-65997" algn="l" defTabSz="263987" rtl="0" eaLnBrk="1" latinLnBrk="0" hangingPunct="1">
        <a:lnSpc>
          <a:spcPct val="90000"/>
        </a:lnSpc>
        <a:spcBef>
          <a:spcPts val="289"/>
        </a:spcBef>
        <a:buFont typeface="Arial" panose="020B0604020202020204" pitchFamily="34" charset="0"/>
        <a:buChar char="•"/>
        <a:defRPr sz="808" kern="1200">
          <a:solidFill>
            <a:schemeClr val="tx1"/>
          </a:solidFill>
          <a:latin typeface="+mn-lt"/>
          <a:ea typeface="+mn-ea"/>
          <a:cs typeface="+mn-cs"/>
        </a:defRPr>
      </a:lvl1pPr>
      <a:lvl2pPr marL="197990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693" kern="1200">
          <a:solidFill>
            <a:schemeClr val="tx1"/>
          </a:solidFill>
          <a:latin typeface="+mn-lt"/>
          <a:ea typeface="+mn-ea"/>
          <a:cs typeface="+mn-cs"/>
        </a:defRPr>
      </a:lvl2pPr>
      <a:lvl3pPr marL="329984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77" kern="1200">
          <a:solidFill>
            <a:schemeClr val="tx1"/>
          </a:solidFill>
          <a:latin typeface="+mn-lt"/>
          <a:ea typeface="+mn-ea"/>
          <a:cs typeface="+mn-cs"/>
        </a:defRPr>
      </a:lvl3pPr>
      <a:lvl4pPr marL="461978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93971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725965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857959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89952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121946" indent="-65997" algn="l" defTabSz="263987" rtl="0" eaLnBrk="1" latinLnBrk="0" hangingPunct="1">
        <a:lnSpc>
          <a:spcPct val="90000"/>
        </a:lnSpc>
        <a:spcBef>
          <a:spcPts val="144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1pPr>
      <a:lvl2pPr marL="131994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63987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3pPr>
      <a:lvl4pPr marL="395981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4pPr>
      <a:lvl5pPr marL="52797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5pPr>
      <a:lvl6pPr marL="659968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6pPr>
      <a:lvl7pPr marL="791962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7pPr>
      <a:lvl8pPr marL="923955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8pPr>
      <a:lvl9pPr marL="1055949" algn="l" defTabSz="263987" rtl="0" eaLnBrk="1" latinLnBrk="0" hangingPunct="1">
        <a:defRPr sz="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717E1B-689E-97FD-AD86-68C606B84B80}"/>
              </a:ext>
            </a:extLst>
          </p:cNvPr>
          <p:cNvSpPr/>
          <p:nvPr/>
        </p:nvSpPr>
        <p:spPr>
          <a:xfrm>
            <a:off x="70338" y="471838"/>
            <a:ext cx="817520" cy="7785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1. List </a:t>
            </a:r>
            <a:r>
              <a:rPr lang="en-AU" sz="1300" b="1" dirty="0">
                <a:solidFill>
                  <a:schemeClr val="tx1"/>
                </a:solidFill>
              </a:rPr>
              <a:t>Primary </a:t>
            </a:r>
            <a:r>
              <a:rPr lang="en-AU" sz="1300" dirty="0">
                <a:solidFill>
                  <a:schemeClr val="tx1"/>
                </a:solidFill>
              </a:rPr>
              <a:t>vertices.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F510F48-003D-3ABD-BA69-EC7AAF334FAD}"/>
              </a:ext>
            </a:extLst>
          </p:cNvPr>
          <p:cNvCxnSpPr>
            <a:cxnSpLocks/>
          </p:cNvCxnSpPr>
          <p:nvPr/>
        </p:nvCxnSpPr>
        <p:spPr>
          <a:xfrm>
            <a:off x="891512" y="861062"/>
            <a:ext cx="194150" cy="15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872621-FEDC-9E1B-99BC-6B10F994048F}"/>
              </a:ext>
            </a:extLst>
          </p:cNvPr>
          <p:cNvSpPr/>
          <p:nvPr/>
        </p:nvSpPr>
        <p:spPr>
          <a:xfrm>
            <a:off x="1089316" y="127806"/>
            <a:ext cx="1002562" cy="1466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2. Plot and determine whether additional vertices are needed.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6279D2-7570-6314-E56B-336CD982FDA0}"/>
              </a:ext>
            </a:extLst>
          </p:cNvPr>
          <p:cNvCxnSpPr>
            <a:cxnSpLocks/>
          </p:cNvCxnSpPr>
          <p:nvPr/>
        </p:nvCxnSpPr>
        <p:spPr>
          <a:xfrm>
            <a:off x="2095532" y="861062"/>
            <a:ext cx="194150" cy="15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FD5896B-7BDD-CF92-73BC-CB45B08B509F}"/>
              </a:ext>
            </a:extLst>
          </p:cNvPr>
          <p:cNvSpPr/>
          <p:nvPr/>
        </p:nvSpPr>
        <p:spPr>
          <a:xfrm>
            <a:off x="2293336" y="127806"/>
            <a:ext cx="1002562" cy="14666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3. Add </a:t>
            </a:r>
            <a:r>
              <a:rPr lang="en-AU" sz="1300" b="1" dirty="0">
                <a:solidFill>
                  <a:schemeClr val="tx1"/>
                </a:solidFill>
              </a:rPr>
              <a:t>Secondary</a:t>
            </a:r>
            <a:r>
              <a:rPr lang="en-AU" sz="1300" dirty="0">
                <a:solidFill>
                  <a:schemeClr val="tx1"/>
                </a:solidFill>
              </a:rPr>
              <a:t> and/or </a:t>
            </a:r>
            <a:r>
              <a:rPr lang="en-AU" sz="1300" b="1" dirty="0">
                <a:solidFill>
                  <a:schemeClr val="tx1"/>
                </a:solidFill>
              </a:rPr>
              <a:t>Inland</a:t>
            </a:r>
            <a:r>
              <a:rPr lang="en-AU" sz="1300" dirty="0">
                <a:solidFill>
                  <a:schemeClr val="tx1"/>
                </a:solidFill>
              </a:rPr>
              <a:t> vertices if needed.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16BB494-E0A5-E7CF-AF5D-D84650CAF86E}"/>
              </a:ext>
            </a:extLst>
          </p:cNvPr>
          <p:cNvCxnSpPr>
            <a:cxnSpLocks/>
          </p:cNvCxnSpPr>
          <p:nvPr/>
        </p:nvCxnSpPr>
        <p:spPr>
          <a:xfrm>
            <a:off x="3299552" y="861062"/>
            <a:ext cx="194150" cy="15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4F7FAE50-A9BD-BCDA-3C63-8848AE25C69C}"/>
              </a:ext>
            </a:extLst>
          </p:cNvPr>
          <p:cNvSpPr/>
          <p:nvPr/>
        </p:nvSpPr>
        <p:spPr>
          <a:xfrm>
            <a:off x="3497356" y="59981"/>
            <a:ext cx="1054901" cy="160231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4. Combine all vertices clockwise to obtain the list of </a:t>
            </a:r>
            <a:r>
              <a:rPr lang="en-AU" sz="1300" b="1" dirty="0">
                <a:solidFill>
                  <a:schemeClr val="tx1"/>
                </a:solidFill>
              </a:rPr>
              <a:t>Master</a:t>
            </a:r>
            <a:r>
              <a:rPr lang="en-AU" sz="1300" dirty="0">
                <a:solidFill>
                  <a:schemeClr val="tx1"/>
                </a:solidFill>
              </a:rPr>
              <a:t> vertices.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1CB2A8C-EA2E-242A-8C07-728EED09437A}"/>
              </a:ext>
            </a:extLst>
          </p:cNvPr>
          <p:cNvCxnSpPr>
            <a:cxnSpLocks/>
          </p:cNvCxnSpPr>
          <p:nvPr/>
        </p:nvCxnSpPr>
        <p:spPr>
          <a:xfrm>
            <a:off x="4555911" y="861062"/>
            <a:ext cx="194150" cy="151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FEFEC41-5E57-1EA9-D8FD-E2024E20D312}"/>
              </a:ext>
            </a:extLst>
          </p:cNvPr>
          <p:cNvSpPr/>
          <p:nvPr/>
        </p:nvSpPr>
        <p:spPr>
          <a:xfrm>
            <a:off x="4753715" y="103061"/>
            <a:ext cx="1054901" cy="151615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5. Build </a:t>
            </a:r>
            <a:r>
              <a:rPr lang="en-AU" sz="1300" i="1" u="sng" dirty="0">
                <a:solidFill>
                  <a:schemeClr val="tx1"/>
                </a:solidFill>
              </a:rPr>
              <a:t>Master</a:t>
            </a:r>
            <a:r>
              <a:rPr lang="en-AU" sz="1300" u="sng" dirty="0">
                <a:solidFill>
                  <a:schemeClr val="tx1"/>
                </a:solidFill>
              </a:rPr>
              <a:t> </a:t>
            </a:r>
            <a:r>
              <a:rPr lang="en-AU" sz="1300" dirty="0">
                <a:solidFill>
                  <a:schemeClr val="tx1"/>
                </a:solidFill>
              </a:rPr>
              <a:t>polygon, including core metadata.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F97F323-AF61-E021-FA30-F23B0892626E}"/>
              </a:ext>
            </a:extLst>
          </p:cNvPr>
          <p:cNvCxnSpPr>
            <a:cxnSpLocks/>
          </p:cNvCxnSpPr>
          <p:nvPr/>
        </p:nvCxnSpPr>
        <p:spPr>
          <a:xfrm>
            <a:off x="5812270" y="861061"/>
            <a:ext cx="194150" cy="153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EBF08319-13C9-1337-7F1B-219D1B052044}"/>
              </a:ext>
            </a:extLst>
          </p:cNvPr>
          <p:cNvSpPr/>
          <p:nvPr/>
        </p:nvSpPr>
        <p:spPr>
          <a:xfrm>
            <a:off x="6010074" y="23445"/>
            <a:ext cx="1054901" cy="16753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6. Clip Master polygon to the latest coastline to obtain the </a:t>
            </a:r>
            <a:r>
              <a:rPr lang="en-AU" sz="1300" i="1" u="sng" dirty="0">
                <a:solidFill>
                  <a:schemeClr val="tx1"/>
                </a:solidFill>
              </a:rPr>
              <a:t>Clipped</a:t>
            </a:r>
            <a:r>
              <a:rPr lang="en-AU" sz="1300" dirty="0">
                <a:solidFill>
                  <a:schemeClr val="tx1"/>
                </a:solidFill>
              </a:rPr>
              <a:t> polygon.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3E962E-DA1F-77E7-FA27-ABC8E2CB1B6B}"/>
              </a:ext>
            </a:extLst>
          </p:cNvPr>
          <p:cNvCxnSpPr>
            <a:cxnSpLocks/>
          </p:cNvCxnSpPr>
          <p:nvPr/>
        </p:nvCxnSpPr>
        <p:spPr>
          <a:xfrm>
            <a:off x="7068629" y="861137"/>
            <a:ext cx="19415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42DC0B1-2239-9B55-2D5F-224D47C0AC3B}"/>
              </a:ext>
            </a:extLst>
          </p:cNvPr>
          <p:cNvSpPr/>
          <p:nvPr/>
        </p:nvSpPr>
        <p:spPr>
          <a:xfrm>
            <a:off x="9779151" y="383877"/>
            <a:ext cx="1054901" cy="9545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9. Optional: add extra metadata.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F08770C-CC4C-40CA-B180-6CA584FE51CF}"/>
              </a:ext>
            </a:extLst>
          </p:cNvPr>
          <p:cNvCxnSpPr>
            <a:cxnSpLocks/>
          </p:cNvCxnSpPr>
          <p:nvPr/>
        </p:nvCxnSpPr>
        <p:spPr>
          <a:xfrm>
            <a:off x="10837706" y="861061"/>
            <a:ext cx="194147" cy="152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D63BD710-D11F-D60C-7B78-E06518C80CC2}"/>
              </a:ext>
            </a:extLst>
          </p:cNvPr>
          <p:cNvSpPr/>
          <p:nvPr/>
        </p:nvSpPr>
        <p:spPr>
          <a:xfrm>
            <a:off x="8522792" y="59828"/>
            <a:ext cx="1054901" cy="160261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8. Group polygons of the same </a:t>
            </a:r>
            <a:r>
              <a:rPr lang="en-AU" sz="1300" i="1" dirty="0">
                <a:solidFill>
                  <a:schemeClr val="tx1"/>
                </a:solidFill>
              </a:rPr>
              <a:t>Class</a:t>
            </a:r>
            <a:r>
              <a:rPr lang="en-AU" sz="1300" dirty="0">
                <a:solidFill>
                  <a:schemeClr val="tx1"/>
                </a:solidFill>
              </a:rPr>
              <a:t> and export (e.g., </a:t>
            </a:r>
            <a:r>
              <a:rPr lang="en-AU" sz="1300" dirty="0" err="1">
                <a:solidFill>
                  <a:schemeClr val="tx1"/>
                </a:solidFill>
              </a:rPr>
              <a:t>CCAMLR_ASD.gpkg</a:t>
            </a:r>
            <a:endParaRPr lang="en-AU" sz="1300" i="1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CA2521F-3572-639D-5043-E6F406800EA8}"/>
              </a:ext>
            </a:extLst>
          </p:cNvPr>
          <p:cNvCxnSpPr>
            <a:cxnSpLocks/>
          </p:cNvCxnSpPr>
          <p:nvPr/>
        </p:nvCxnSpPr>
        <p:spPr>
          <a:xfrm>
            <a:off x="9581347" y="861137"/>
            <a:ext cx="19415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32DBEDB-F706-72EE-E300-7F38D37AB3FD}"/>
              </a:ext>
            </a:extLst>
          </p:cNvPr>
          <p:cNvSpPr/>
          <p:nvPr/>
        </p:nvSpPr>
        <p:spPr>
          <a:xfrm>
            <a:off x="11035503" y="23445"/>
            <a:ext cx="1054901" cy="16753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10. Optional: group all classes into a single </a:t>
            </a:r>
            <a:r>
              <a:rPr lang="en-AU" sz="1300" dirty="0" err="1">
                <a:solidFill>
                  <a:schemeClr val="tx1"/>
                </a:solidFill>
              </a:rPr>
              <a:t>geopackage</a:t>
            </a:r>
            <a:r>
              <a:rPr lang="en-AU" sz="1300" dirty="0">
                <a:solidFill>
                  <a:schemeClr val="tx1"/>
                </a:solidFill>
              </a:rPr>
              <a:t> (</a:t>
            </a:r>
            <a:r>
              <a:rPr lang="en-AU" sz="1300" dirty="0" err="1">
                <a:solidFill>
                  <a:schemeClr val="tx1"/>
                </a:solidFill>
              </a:rPr>
              <a:t>CCAMLR_All.gpkg</a:t>
            </a:r>
            <a:r>
              <a:rPr lang="en-AU" sz="13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F7DD8-F03F-861D-5E0A-F231DA0CA335}"/>
              </a:ext>
            </a:extLst>
          </p:cNvPr>
          <p:cNvSpPr/>
          <p:nvPr/>
        </p:nvSpPr>
        <p:spPr>
          <a:xfrm>
            <a:off x="7266433" y="239490"/>
            <a:ext cx="1054901" cy="124329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300" dirty="0">
                <a:solidFill>
                  <a:schemeClr val="tx1"/>
                </a:solidFill>
              </a:rPr>
              <a:t>7. Export single object (e.g., ASD_481_Master.gpkg</a:t>
            </a:r>
            <a:endParaRPr lang="en-AU" sz="1300" i="1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295682D-52D9-6FC3-4418-15617AD25FF4}"/>
              </a:ext>
            </a:extLst>
          </p:cNvPr>
          <p:cNvCxnSpPr>
            <a:cxnSpLocks/>
          </p:cNvCxnSpPr>
          <p:nvPr/>
        </p:nvCxnSpPr>
        <p:spPr>
          <a:xfrm>
            <a:off x="8324988" y="861137"/>
            <a:ext cx="194150" cy="0"/>
          </a:xfrm>
          <a:prstGeom prst="straightConnector1">
            <a:avLst/>
          </a:prstGeom>
          <a:ln w="28575">
            <a:solidFill>
              <a:schemeClr val="tx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8FCB20-10E5-CD5D-79A1-E234CFA9B31C}"/>
              </a:ext>
            </a:extLst>
          </p:cNvPr>
          <p:cNvCxnSpPr>
            <a:cxnSpLocks/>
          </p:cNvCxnSpPr>
          <p:nvPr/>
        </p:nvCxnSpPr>
        <p:spPr>
          <a:xfrm>
            <a:off x="70338" y="1739349"/>
            <a:ext cx="4481921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3FB5BD9-ECFC-9E9C-1F54-4C9B89404532}"/>
              </a:ext>
            </a:extLst>
          </p:cNvPr>
          <p:cNvCxnSpPr>
            <a:cxnSpLocks/>
          </p:cNvCxnSpPr>
          <p:nvPr/>
        </p:nvCxnSpPr>
        <p:spPr>
          <a:xfrm>
            <a:off x="4750061" y="1739349"/>
            <a:ext cx="3571273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839F7A-4D41-6B4F-CB75-C31718E77B65}"/>
              </a:ext>
            </a:extLst>
          </p:cNvPr>
          <p:cNvCxnSpPr>
            <a:cxnSpLocks/>
          </p:cNvCxnSpPr>
          <p:nvPr/>
        </p:nvCxnSpPr>
        <p:spPr>
          <a:xfrm>
            <a:off x="8519131" y="1739349"/>
            <a:ext cx="3571273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4103B5-BEB1-A6FD-17FD-F7F46571FB32}"/>
              </a:ext>
            </a:extLst>
          </p:cNvPr>
          <p:cNvSpPr txBox="1"/>
          <p:nvPr/>
        </p:nvSpPr>
        <p:spPr>
          <a:xfrm>
            <a:off x="1347241" y="1710130"/>
            <a:ext cx="19281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Helvetica Neue"/>
              </a:rPr>
              <a:t>ID</a:t>
            </a:r>
            <a:r>
              <a:rPr lang="en-AU" sz="14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Helvetica Neue"/>
              </a:rPr>
              <a:t>_Step1_Vertices.R</a:t>
            </a:r>
            <a:endParaRPr lang="en-AU" sz="1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115BB7-F94D-CEA6-7B9D-814F71F0C813}"/>
              </a:ext>
            </a:extLst>
          </p:cNvPr>
          <p:cNvSpPr txBox="1"/>
          <p:nvPr/>
        </p:nvSpPr>
        <p:spPr>
          <a:xfrm>
            <a:off x="5518076" y="1707896"/>
            <a:ext cx="20352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i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Helvetica Neue"/>
              </a:rPr>
              <a:t>ID</a:t>
            </a:r>
            <a:r>
              <a:rPr lang="en-AU" sz="1400" b="1" i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Helvetica Neue"/>
              </a:rPr>
              <a:t>_Step2_Polygons.R</a:t>
            </a:r>
            <a:endParaRPr lang="en-AU" sz="1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A2728D-A2F4-7C13-095D-E2CC7BFBA6AE}"/>
              </a:ext>
            </a:extLst>
          </p:cNvPr>
          <p:cNvSpPr txBox="1"/>
          <p:nvPr/>
        </p:nvSpPr>
        <p:spPr>
          <a:xfrm>
            <a:off x="9410310" y="1707896"/>
            <a:ext cx="2193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400" b="1" dirty="0" err="1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Helvetica Neue"/>
              </a:rPr>
              <a:t>Build_GeoPackages.R</a:t>
            </a:r>
            <a:endParaRPr lang="en-AU" sz="1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079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</TotalTime>
  <Words>150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 Neue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Stéphane Thanassekos</dc:creator>
  <cp:lastModifiedBy>Stéphane Thanassekos</cp:lastModifiedBy>
  <cp:revision>7</cp:revision>
  <dcterms:created xsi:type="dcterms:W3CDTF">2026-04-21T04:53:11Z</dcterms:created>
  <dcterms:modified xsi:type="dcterms:W3CDTF">2026-04-21T05:51:23Z</dcterms:modified>
</cp:coreProperties>
</file>